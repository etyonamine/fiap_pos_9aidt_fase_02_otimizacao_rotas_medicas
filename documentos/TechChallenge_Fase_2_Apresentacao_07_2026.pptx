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0" r:id="rId1"/>
  </p:sldMasterIdLst>
  <p:sldIdLst>
    <p:sldId id="259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0E6C3-2167-7699-06EC-34D71A89F398}" v="269" dt="2026-07-12T00:54:33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93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4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0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45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61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1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01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8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7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72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3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8107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61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Office Theme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710</cp:revision>
  <dcterms:created xsi:type="dcterms:W3CDTF">2013-01-27T09:14:16Z</dcterms:created>
  <dcterms:modified xsi:type="dcterms:W3CDTF">2026-07-12T00:54:54Z</dcterms:modified>
  <cp:category/>
</cp:coreProperties>
</file>