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66" r:id="rId1"/>
  </p:sldMasterIdLst>
  <p:sldIdLst>
    <p:sldId id="260" r:id="rId2"/>
    <p:sldId id="262" r:id="rId3"/>
    <p:sldId id="261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92C909-498F-4EBB-89F7-D51FD0FB54C2}" v="4" dt="2026-07-12T12:43:57.517"/>
    <p1510:client id="{9F3C8F6F-23A2-11AC-82AB-61C53180B1CD}" v="637" dt="2026-07-12T17:17:30.526"/>
    <p1510:client id="{B270E6C3-2167-7699-06EC-34D71A89F398}" v="269" dt="2026-07-12T00:54:33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96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883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548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5462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07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5760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156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1982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0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508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50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126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7" r:id="rId1"/>
    <p:sldLayoutId id="2147484268" r:id="rId2"/>
    <p:sldLayoutId id="2147484269" r:id="rId3"/>
    <p:sldLayoutId id="2147484270" r:id="rId4"/>
    <p:sldLayoutId id="2147484271" r:id="rId5"/>
    <p:sldLayoutId id="2147484272" r:id="rId6"/>
    <p:sldLayoutId id="2147484273" r:id="rId7"/>
    <p:sldLayoutId id="2147484274" r:id="rId8"/>
    <p:sldLayoutId id="2147484275" r:id="rId9"/>
    <p:sldLayoutId id="2147484276" r:id="rId10"/>
    <p:sldLayoutId id="21474842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55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CF8575-E373-EAA4-D74C-87F01CFE0E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677" y="241162"/>
            <a:ext cx="6712246" cy="2387600"/>
          </a:xfrm>
        </p:spPr>
        <p:txBody>
          <a:bodyPr>
            <a:normAutofit/>
          </a:bodyPr>
          <a:lstStyle/>
          <a:p>
            <a:pPr algn="l"/>
            <a:r>
              <a:rPr lang="pt-BR" sz="4000" dirty="0">
                <a:solidFill>
                  <a:schemeClr val="bg1"/>
                </a:solidFill>
              </a:rPr>
              <a:t>Fiap – </a:t>
            </a:r>
            <a:r>
              <a:rPr lang="pt-BR" sz="4000" dirty="0" err="1">
                <a:solidFill>
                  <a:schemeClr val="bg1"/>
                </a:solidFill>
              </a:rPr>
              <a:t>Postech</a:t>
            </a:r>
            <a:r>
              <a:rPr lang="pt-BR" sz="4000" dirty="0">
                <a:solidFill>
                  <a:schemeClr val="bg1"/>
                </a:solidFill>
              </a:rPr>
              <a:t> – IA para </a:t>
            </a:r>
            <a:r>
              <a:rPr lang="pt-BR" sz="4000" dirty="0" err="1">
                <a:solidFill>
                  <a:schemeClr val="bg1"/>
                </a:solidFill>
              </a:rPr>
              <a:t>Devs</a:t>
            </a:r>
            <a:br>
              <a:rPr lang="pt-BR" sz="4000">
                <a:solidFill>
                  <a:schemeClr val="bg1"/>
                </a:solidFill>
              </a:rPr>
            </a:br>
            <a:r>
              <a:rPr lang="pt-BR" sz="4000" dirty="0">
                <a:solidFill>
                  <a:schemeClr val="bg1"/>
                </a:solidFill>
              </a:rPr>
              <a:t>2026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CB06083-1B71-0359-1E18-EF61DCC09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9676" y="2973457"/>
            <a:ext cx="6574981" cy="44355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pt-BR" sz="2000">
                <a:solidFill>
                  <a:schemeClr val="bg1"/>
                </a:solidFill>
              </a:rPr>
              <a:t>FASE 2 – PROJETO 2 - OTIMIZAÇÃO DE ROTAS MÉDICAS</a:t>
            </a:r>
          </a:p>
        </p:txBody>
      </p:sp>
      <p:cxnSp>
        <p:nvCxnSpPr>
          <p:cNvPr id="81" name="Straight Connector 57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8963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9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9144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7DD115-6C21-32C7-1003-73D27B5DD1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49149" y="6356350"/>
            <a:ext cx="2057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BCE47-ED84-4E6B-A921-56FE573373A9}" type="datetime1">
              <a:rPr lang="en-US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7/12/2026</a:t>
            </a:fld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A664BF3-B561-05A5-8EB8-37317D108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7841" y="6356350"/>
            <a:ext cx="30861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</a:rPr>
              <a:t>
              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FE922C6-DB01-5F86-2D16-DD5CAC4B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8595" y="6356350"/>
            <a:ext cx="133462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696DFEA2-6E5E-D728-E37E-814B08AFF0F8}"/>
              </a:ext>
            </a:extLst>
          </p:cNvPr>
          <p:cNvSpPr txBox="1">
            <a:spLocks/>
          </p:cNvSpPr>
          <p:nvPr/>
        </p:nvSpPr>
        <p:spPr>
          <a:xfrm>
            <a:off x="461296" y="6358294"/>
            <a:ext cx="6053773" cy="9144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1400" dirty="0">
                <a:solidFill>
                  <a:schemeClr val="bg1"/>
                </a:solidFill>
              </a:rPr>
              <a:t>Eduardo Toshio Yonamine – 9IADT – </a:t>
            </a:r>
            <a:r>
              <a:rPr lang="pt-BR" sz="1400">
                <a:solidFill>
                  <a:schemeClr val="bg1"/>
                </a:solidFill>
              </a:rPr>
              <a:t>GRUPO 37</a:t>
            </a:r>
          </a:p>
        </p:txBody>
      </p:sp>
    </p:spTree>
    <p:extLst>
      <p:ext uri="{BB962C8B-B14F-4D97-AF65-F5344CB8AC3E}">
        <p14:creationId xmlns:p14="http://schemas.microsoft.com/office/powerpoint/2010/main" val="3089392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11BB1-F5A8-D830-CB04-D7375898E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55">
            <a:extLst>
              <a:ext uri="{FF2B5EF4-FFF2-40B4-BE49-F238E27FC236}">
                <a16:creationId xmlns:a16="http://schemas.microsoft.com/office/drawing/2014/main" id="{88797EAC-6CDB-CA75-E2AF-E4CE4673A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81" name="Straight Connector 57">
            <a:extLst>
              <a:ext uri="{FF2B5EF4-FFF2-40B4-BE49-F238E27FC236}">
                <a16:creationId xmlns:a16="http://schemas.microsoft.com/office/drawing/2014/main" id="{B5D8FAFA-FC74-B9EE-49B0-A93A2776F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8963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9">
            <a:extLst>
              <a:ext uri="{FF2B5EF4-FFF2-40B4-BE49-F238E27FC236}">
                <a16:creationId xmlns:a16="http://schemas.microsoft.com/office/drawing/2014/main" id="{8266C5F8-0BA6-25A0-F51C-1C7DECBF6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9144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4D780E-51F8-3593-18E9-320BD9C3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49149" y="6356350"/>
            <a:ext cx="2057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BCE47-ED84-4E6B-A921-56FE573373A9}" type="datetime1">
              <a:rPr lang="en-US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7/12/2026</a:t>
            </a:fld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115BF3-E287-EBE7-E32D-B204A383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7841" y="6356350"/>
            <a:ext cx="30861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</a:rPr>
              <a:t>
              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F4CBF9-9B2A-F8BE-8B74-65D9331C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18595" y="6356350"/>
            <a:ext cx="133462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bg1">
                    <a:lumMod val="5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7BC68FA1-7384-FD66-0BE9-9EAFC34EFC94}"/>
              </a:ext>
            </a:extLst>
          </p:cNvPr>
          <p:cNvSpPr txBox="1">
            <a:spLocks/>
          </p:cNvSpPr>
          <p:nvPr/>
        </p:nvSpPr>
        <p:spPr>
          <a:xfrm>
            <a:off x="461296" y="6358294"/>
            <a:ext cx="6053773" cy="9144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1400" dirty="0">
                <a:solidFill>
                  <a:schemeClr val="bg1"/>
                </a:solidFill>
              </a:rPr>
              <a:t>Eduardo Toshio Yonamine – 9IADT – </a:t>
            </a:r>
            <a:r>
              <a:rPr lang="pt-BR" sz="1400">
                <a:solidFill>
                  <a:schemeClr val="bg1"/>
                </a:solidFill>
              </a:rPr>
              <a:t>GRUPO 37</a:t>
            </a:r>
          </a:p>
        </p:txBody>
      </p:sp>
      <p:sp>
        <p:nvSpPr>
          <p:cNvPr id="16" name="Subtítulo 2">
            <a:extLst>
              <a:ext uri="{FF2B5EF4-FFF2-40B4-BE49-F238E27FC236}">
                <a16:creationId xmlns:a16="http://schemas.microsoft.com/office/drawing/2014/main" id="{C465D23D-198F-56C0-F181-CB05B4C9B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124" y="147961"/>
            <a:ext cx="6574981" cy="44355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pt-BR" sz="2000">
                <a:solidFill>
                  <a:schemeClr val="bg1"/>
                </a:solidFill>
              </a:rPr>
              <a:t>FASE 2 – PROJETO 2 - OTIMIZAÇÃO DE ROTAS MÉDICAS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9D543A4-6259-AF3E-7E17-C7411B3B08F7}"/>
              </a:ext>
            </a:extLst>
          </p:cNvPr>
          <p:cNvSpPr txBox="1"/>
          <p:nvPr/>
        </p:nvSpPr>
        <p:spPr>
          <a:xfrm>
            <a:off x="712895" y="808503"/>
            <a:ext cx="7901788" cy="16004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400">
                <a:solidFill>
                  <a:srgbClr val="FFFFFF"/>
                </a:solidFill>
              </a:rPr>
              <a:t>Objetivo: </a:t>
            </a:r>
            <a:endParaRPr lang="pt-BR"/>
          </a:p>
          <a:p>
            <a:endParaRPr lang="pt-BR" sz="1400" dirty="0">
              <a:solidFill>
                <a:srgbClr val="FFFFFF"/>
              </a:solidFill>
            </a:endParaRPr>
          </a:p>
          <a:p>
            <a:r>
              <a:rPr lang="pt-BR" sz="1400">
                <a:solidFill>
                  <a:srgbClr val="FFFFFF"/>
                </a:solidFill>
              </a:rPr>
              <a:t>Desenvolver um sistema que resolva o </a:t>
            </a:r>
            <a:r>
              <a:rPr lang="pt-BR" sz="1400" dirty="0">
                <a:solidFill>
                  <a:srgbClr val="FFFFFF"/>
                </a:solidFill>
              </a:rPr>
              <a:t>problema do caixeiro viajante (TSP) para otimizar rotas de </a:t>
            </a:r>
            <a:r>
              <a:rPr lang="pt-BR" sz="1400">
                <a:solidFill>
                  <a:srgbClr val="FFFFFF"/>
                </a:solidFill>
              </a:rPr>
              <a:t>entrega de medicamentos e insumos.</a:t>
            </a:r>
            <a:endParaRPr lang="pt-BR"/>
          </a:p>
          <a:p>
            <a:pPr algn="l"/>
            <a:endParaRPr lang="pt-BR" sz="1400" dirty="0">
              <a:solidFill>
                <a:srgbClr val="FFFFFF"/>
              </a:solidFill>
            </a:endParaRPr>
          </a:p>
          <a:p>
            <a:r>
              <a:rPr lang="pt-BR" sz="1400">
                <a:solidFill>
                  <a:schemeClr val="bg1"/>
                </a:solidFill>
              </a:rPr>
              <a:t>O sistema hospitalar enfrenta desafios logísticos na distribuição eficiente de medicamentos e insumos entre suas diversas unidades e para atendimento domiciliar e unidades básicas de saúde.</a:t>
            </a:r>
            <a:endParaRPr lang="pt-BR">
              <a:solidFill>
                <a:schemeClr val="bg1"/>
              </a:solidFill>
            </a:endParaRP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ED0B5CED-CD18-DAF1-0257-3F199B19A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507950"/>
            <a:ext cx="7479792" cy="3547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92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2B5801-F7FD-9178-0463-7E2191B51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Objetivo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4450EA1-6A9F-1B9A-1E46-FBDC02DAE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APRESENTA</a:t>
            </a:r>
          </a:p>
        </p:txBody>
      </p:sp>
    </p:spTree>
    <p:extLst>
      <p:ext uri="{BB962C8B-B14F-4D97-AF65-F5344CB8AC3E}">
        <p14:creationId xmlns:p14="http://schemas.microsoft.com/office/powerpoint/2010/main" val="384783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Apresentação na tela (4:3)</PresentationFormat>
  <Paragraphs>0</Paragraphs>
  <Slides>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4" baseType="lpstr">
      <vt:lpstr>Office Theme</vt:lpstr>
      <vt:lpstr>Fiap – Postech – IA para Devs 2026</vt:lpstr>
      <vt:lpstr>Apresentação do PowerPoint</vt:lpstr>
      <vt:lpstr>Objetivo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883</cp:revision>
  <dcterms:created xsi:type="dcterms:W3CDTF">2013-01-27T09:14:16Z</dcterms:created>
  <dcterms:modified xsi:type="dcterms:W3CDTF">2026-07-12T17:17:59Z</dcterms:modified>
  <cp:category/>
</cp:coreProperties>
</file>