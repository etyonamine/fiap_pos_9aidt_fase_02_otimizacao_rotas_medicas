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30" r:id="rId1"/>
  </p:sldMasterIdLst>
  <p:sldIdLst>
    <p:sldId id="259" r:id="rId2"/>
    <p:sldId id="256" r:id="rId3"/>
    <p:sldId id="260" r:id="rId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734BA4-12C6-3D39-F9DF-6938D569E4AA}" v="176" dt="2026-05-12T01:39:48.817"/>
    <p1510:client id="{42D32F65-B658-73AF-0335-675D0004A95F}" v="11" dt="2026-05-11T22:38:04.540"/>
    <p1510:client id="{ACCD3B69-97CB-06D6-C218-65B956F7EBD9}" v="497" dt="2026-05-11T21:50:32.977"/>
    <p1510:client id="{FEB9389D-2838-D5C7-F5BD-483E197147AE}" v="14" dt="2026-05-13T01:52:08.95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uardo Toshio Yonamine" userId="S::rm370652@fiap.com.br::1917e411-084f-4f8c-809b-15efef53b883" providerId="AD" clId="Web-{ACCD3B69-97CB-06D6-C218-65B956F7EBD9}"/>
    <pc:docChg chg="addSld modSld">
      <pc:chgData name="Eduardo Toshio Yonamine" userId="S::rm370652@fiap.com.br::1917e411-084f-4f8c-809b-15efef53b883" providerId="AD" clId="Web-{ACCD3B69-97CB-06D6-C218-65B956F7EBD9}" dt="2026-05-11T21:50:31.274" v="568" actId="20577"/>
      <pc:docMkLst>
        <pc:docMk/>
      </pc:docMkLst>
      <pc:sldChg chg="modSp">
        <pc:chgData name="Eduardo Toshio Yonamine" userId="S::rm370652@fiap.com.br::1917e411-084f-4f8c-809b-15efef53b883" providerId="AD" clId="Web-{ACCD3B69-97CB-06D6-C218-65B956F7EBD9}" dt="2026-05-11T21:43:43.730" v="427" actId="20577"/>
        <pc:sldMkLst>
          <pc:docMk/>
          <pc:sldMk cId="3254617749" sldId="259"/>
        </pc:sldMkLst>
        <pc:spChg chg="mod">
          <ac:chgData name="Eduardo Toshio Yonamine" userId="S::rm370652@fiap.com.br::1917e411-084f-4f8c-809b-15efef53b883" providerId="AD" clId="Web-{ACCD3B69-97CB-06D6-C218-65B956F7EBD9}" dt="2026-05-11T21:43:43.730" v="427" actId="20577"/>
          <ac:spMkLst>
            <pc:docMk/>
            <pc:sldMk cId="3254617749" sldId="259"/>
            <ac:spMk id="4" creationId="{6F33B776-01AC-8E93-3846-51A8F41403BD}"/>
          </ac:spMkLst>
        </pc:spChg>
      </pc:sldChg>
      <pc:sldChg chg="addSp delSp modSp">
        <pc:chgData name="Eduardo Toshio Yonamine" userId="S::rm370652@fiap.com.br::1917e411-084f-4f8c-809b-15efef53b883" providerId="AD" clId="Web-{ACCD3B69-97CB-06D6-C218-65B956F7EBD9}" dt="2026-05-11T21:50:31.274" v="568" actId="20577"/>
        <pc:sldMkLst>
          <pc:docMk/>
          <pc:sldMk cId="1832990221" sldId="260"/>
        </pc:sldMkLst>
        <pc:spChg chg="mod">
          <ac:chgData name="Eduardo Toshio Yonamine" userId="S::rm370652@fiap.com.br::1917e411-084f-4f8c-809b-15efef53b883" providerId="AD" clId="Web-{ACCD3B69-97CB-06D6-C218-65B956F7EBD9}" dt="2026-05-11T21:43:32.464" v="425" actId="20577"/>
          <ac:spMkLst>
            <pc:docMk/>
            <pc:sldMk cId="1832990221" sldId="260"/>
            <ac:spMk id="2" creationId="{A9208034-ACFC-73C7-3C10-6B07ABCEAA30}"/>
          </ac:spMkLst>
        </pc:spChg>
        <pc:spChg chg="mod">
          <ac:chgData name="Eduardo Toshio Yonamine" userId="S::rm370652@fiap.com.br::1917e411-084f-4f8c-809b-15efef53b883" providerId="AD" clId="Web-{ACCD3B69-97CB-06D6-C218-65B956F7EBD9}" dt="2026-05-11T21:50:07.836" v="555" actId="20577"/>
          <ac:spMkLst>
            <pc:docMk/>
            <pc:sldMk cId="1832990221" sldId="260"/>
            <ac:spMk id="9" creationId="{1D0BC8AA-3CD1-D628-3D70-E3EC452D5EC7}"/>
          </ac:spMkLst>
        </pc:spChg>
        <pc:spChg chg="mod">
          <ac:chgData name="Eduardo Toshio Yonamine" userId="S::rm370652@fiap.com.br::1917e411-084f-4f8c-809b-15efef53b883" providerId="AD" clId="Web-{ACCD3B69-97CB-06D6-C218-65B956F7EBD9}" dt="2026-05-11T21:50:31.274" v="568" actId="20577"/>
          <ac:spMkLst>
            <pc:docMk/>
            <pc:sldMk cId="1832990221" sldId="260"/>
            <ac:spMk id="11" creationId="{0DDCF431-1AC4-AA38-A371-129C12C55189}"/>
          </ac:spMkLst>
        </pc:spChg>
        <pc:graphicFrameChg chg="add mod modGraphic">
          <ac:chgData name="Eduardo Toshio Yonamine" userId="S::rm370652@fiap.com.br::1917e411-084f-4f8c-809b-15efef53b883" providerId="AD" clId="Web-{ACCD3B69-97CB-06D6-C218-65B956F7EBD9}" dt="2026-05-11T21:49:22.428" v="544" actId="14100"/>
          <ac:graphicFrameMkLst>
            <pc:docMk/>
            <pc:sldMk cId="1832990221" sldId="260"/>
            <ac:graphicFrameMk id="3" creationId="{8D5DD4FF-2F01-B0C2-FF78-C15526E218CB}"/>
          </ac:graphicFrameMkLst>
        </pc:graphicFrameChg>
      </pc:sldChg>
      <pc:sldChg chg="addSp delSp modSp new">
        <pc:chgData name="Eduardo Toshio Yonamine" userId="S::rm370652@fiap.com.br::1917e411-084f-4f8c-809b-15efef53b883" providerId="AD" clId="Web-{ACCD3B69-97CB-06D6-C218-65B956F7EBD9}" dt="2026-05-11T21:38:24.436" v="419"/>
        <pc:sldMkLst>
          <pc:docMk/>
          <pc:sldMk cId="1591884348" sldId="261"/>
        </pc:sldMkLst>
        <pc:spChg chg="mod">
          <ac:chgData name="Eduardo Toshio Yonamine" userId="S::rm370652@fiap.com.br::1917e411-084f-4f8c-809b-15efef53b883" providerId="AD" clId="Web-{ACCD3B69-97CB-06D6-C218-65B956F7EBD9}" dt="2026-05-11T21:33:11.708" v="14" actId="20577"/>
          <ac:spMkLst>
            <pc:docMk/>
            <pc:sldMk cId="1591884348" sldId="261"/>
            <ac:spMk id="2" creationId="{2A0F87A7-87B3-7298-A316-202B555BCEF6}"/>
          </ac:spMkLst>
        </pc:spChg>
        <pc:spChg chg="add">
          <ac:chgData name="Eduardo Toshio Yonamine" userId="S::rm370652@fiap.com.br::1917e411-084f-4f8c-809b-15efef53b883" providerId="AD" clId="Web-{ACCD3B69-97CB-06D6-C218-65B956F7EBD9}" dt="2026-05-11T21:33:21.474" v="15"/>
          <ac:spMkLst>
            <pc:docMk/>
            <pc:sldMk cId="1591884348" sldId="261"/>
            <ac:spMk id="5" creationId="{02E6B096-4A69-669C-73B6-E43864D51E22}"/>
          </ac:spMkLst>
        </pc:spChg>
        <pc:graphicFrameChg chg="add mod ord modGraphic">
          <ac:chgData name="Eduardo Toshio Yonamine" userId="S::rm370652@fiap.com.br::1917e411-084f-4f8c-809b-15efef53b883" providerId="AD" clId="Web-{ACCD3B69-97CB-06D6-C218-65B956F7EBD9}" dt="2026-05-11T21:38:24.436" v="419"/>
          <ac:graphicFrameMkLst>
            <pc:docMk/>
            <pc:sldMk cId="1591884348" sldId="261"/>
            <ac:graphicFrameMk id="6" creationId="{DE75AF91-17EA-60B7-A810-430DFF3B5E95}"/>
          </ac:graphicFrameMkLst>
        </pc:graphicFrameChg>
      </pc:sldChg>
    </pc:docChg>
  </pc:docChgLst>
  <pc:docChgLst>
    <pc:chgData name="Eduardo Toshio Yonamine" userId="S::rm370652@fiap.com.br::1917e411-084f-4f8c-809b-15efef53b883" providerId="AD" clId="Web-{841E3085-3E1A-C526-4FA4-1EA5539BBA7B}"/>
    <pc:docChg chg="mod addSld modSld sldOrd addMainMaster delMainMaster modMainMaster setSldSz">
      <pc:chgData name="Eduardo Toshio Yonamine" userId="S::rm370652@fiap.com.br::1917e411-084f-4f8c-809b-15efef53b883" providerId="AD" clId="Web-{841E3085-3E1A-C526-4FA4-1EA5539BBA7B}" dt="2026-05-10T22:35:56.281" v="1241" actId="20577"/>
      <pc:docMkLst>
        <pc:docMk/>
      </pc:docMkLst>
      <pc:sldChg chg="addSp delSp modSp mod setBg modClrScheme chgLayout">
        <pc:chgData name="Eduardo Toshio Yonamine" userId="S::rm370652@fiap.com.br::1917e411-084f-4f8c-809b-15efef53b883" providerId="AD" clId="Web-{841E3085-3E1A-C526-4FA4-1EA5539BBA7B}" dt="2026-05-10T22:35:56.281" v="1241" actId="20577"/>
        <pc:sldMkLst>
          <pc:docMk/>
          <pc:sldMk cId="0" sldId="256"/>
        </pc:sldMkLst>
        <pc:spChg chg="mod ord">
          <ac:chgData name="Eduardo Toshio Yonamine" userId="S::rm370652@fiap.com.br::1917e411-084f-4f8c-809b-15efef53b883" providerId="AD" clId="Web-{841E3085-3E1A-C526-4FA4-1EA5539BBA7B}" dt="2026-05-10T21:04:12.997" v="339" actId="20577"/>
          <ac:spMkLst>
            <pc:docMk/>
            <pc:sldMk cId="0" sldId="256"/>
            <ac:spMk id="2" creationId="{00000000-0000-0000-0000-000000000000}"/>
          </ac:spMkLst>
        </pc:spChg>
        <pc:spChg chg="mod ord">
          <ac:chgData name="Eduardo Toshio Yonamine" userId="S::rm370652@fiap.com.br::1917e411-084f-4f8c-809b-15efef53b883" providerId="AD" clId="Web-{841E3085-3E1A-C526-4FA4-1EA5539BBA7B}" dt="2026-05-10T22:35:56.281" v="1241" actId="20577"/>
          <ac:spMkLst>
            <pc:docMk/>
            <pc:sldMk cId="0" sldId="256"/>
            <ac:spMk id="3" creationId="{00000000-0000-0000-0000-000000000000}"/>
          </ac:spMkLst>
        </pc:spChg>
        <pc:spChg chg="add mod">
          <ac:chgData name="Eduardo Toshio Yonamine" userId="S::rm370652@fiap.com.br::1917e411-084f-4f8c-809b-15efef53b883" providerId="AD" clId="Web-{841E3085-3E1A-C526-4FA4-1EA5539BBA7B}" dt="2026-05-10T21:06:52.455" v="370"/>
          <ac:spMkLst>
            <pc:docMk/>
            <pc:sldMk cId="0" sldId="256"/>
            <ac:spMk id="6" creationId="{DC6B13B6-0B29-5AB8-FB0D-3C9F58BE17D0}"/>
          </ac:spMkLst>
        </pc:spChg>
        <pc:spChg chg="add mod">
          <ac:chgData name="Eduardo Toshio Yonamine" userId="S::rm370652@fiap.com.br::1917e411-084f-4f8c-809b-15efef53b883" providerId="AD" clId="Web-{841E3085-3E1A-C526-4FA4-1EA5539BBA7B}" dt="2026-05-10T21:04:01.153" v="337" actId="1076"/>
          <ac:spMkLst>
            <pc:docMk/>
            <pc:sldMk cId="0" sldId="256"/>
            <ac:spMk id="7" creationId="{811AB933-F97B-C477-F876-9A53FC1C4DB2}"/>
          </ac:spMkLst>
        </pc:spChg>
        <pc:spChg chg="add mod">
          <ac:chgData name="Eduardo Toshio Yonamine" userId="S::rm370652@fiap.com.br::1917e411-084f-4f8c-809b-15efef53b883" providerId="AD" clId="Web-{841E3085-3E1A-C526-4FA4-1EA5539BBA7B}" dt="2026-05-10T20:53:50.586" v="223"/>
          <ac:spMkLst>
            <pc:docMk/>
            <pc:sldMk cId="0" sldId="256"/>
            <ac:spMk id="8" creationId="{B373F125-DEF3-41D6-9918-AB21A2ACC37A}"/>
          </ac:spMkLst>
        </pc:spChg>
        <pc:spChg chg="add mod">
          <ac:chgData name="Eduardo Toshio Yonamine" userId="S::rm370652@fiap.com.br::1917e411-084f-4f8c-809b-15efef53b883" providerId="AD" clId="Web-{841E3085-3E1A-C526-4FA4-1EA5539BBA7B}" dt="2026-05-10T20:53:50.586" v="223"/>
          <ac:spMkLst>
            <pc:docMk/>
            <pc:sldMk cId="0" sldId="256"/>
            <ac:spMk id="10" creationId="{71E9F226-EB6E-48C9-ADDA-636DE4BF4EBE}"/>
          </ac:spMkLst>
        </pc:spChg>
        <pc:spChg chg="add mod">
          <ac:chgData name="Eduardo Toshio Yonamine" userId="S::rm370652@fiap.com.br::1917e411-084f-4f8c-809b-15efef53b883" providerId="AD" clId="Web-{841E3085-3E1A-C526-4FA4-1EA5539BBA7B}" dt="2026-05-10T22:16:22.766" v="1049" actId="20577"/>
          <ac:spMkLst>
            <pc:docMk/>
            <pc:sldMk cId="0" sldId="256"/>
            <ac:spMk id="11" creationId="{63C18995-DF2A-FF18-98D1-9A5BFEDBE01F}"/>
          </ac:spMkLst>
        </pc:spChg>
      </pc:sldChg>
      <pc:sldChg chg="addSp delSp modSp new ord">
        <pc:chgData name="Eduardo Toshio Yonamine" userId="S::rm370652@fiap.com.br::1917e411-084f-4f8c-809b-15efef53b883" providerId="AD" clId="Web-{841E3085-3E1A-C526-4FA4-1EA5539BBA7B}" dt="2026-05-10T22:19:00.947" v="1091" actId="20577"/>
        <pc:sldMkLst>
          <pc:docMk/>
          <pc:sldMk cId="3254617749" sldId="259"/>
        </pc:sldMkLst>
        <pc:spChg chg="mod">
          <ac:chgData name="Eduardo Toshio Yonamine" userId="S::rm370652@fiap.com.br::1917e411-084f-4f8c-809b-15efef53b883" providerId="AD" clId="Web-{841E3085-3E1A-C526-4FA4-1EA5539BBA7B}" dt="2026-05-10T21:19:03.812" v="584" actId="20577"/>
          <ac:spMkLst>
            <pc:docMk/>
            <pc:sldMk cId="3254617749" sldId="259"/>
            <ac:spMk id="2" creationId="{75D3A879-AF40-56F0-C672-BB50B01FD3F9}"/>
          </ac:spMkLst>
        </pc:spChg>
        <pc:spChg chg="add mod">
          <ac:chgData name="Eduardo Toshio Yonamine" userId="S::rm370652@fiap.com.br::1917e411-084f-4f8c-809b-15efef53b883" providerId="AD" clId="Web-{841E3085-3E1A-C526-4FA4-1EA5539BBA7B}" dt="2026-05-10T22:19:00.947" v="1091" actId="20577"/>
          <ac:spMkLst>
            <pc:docMk/>
            <pc:sldMk cId="3254617749" sldId="259"/>
            <ac:spMk id="4" creationId="{6F33B776-01AC-8E93-3846-51A8F41403BD}"/>
          </ac:spMkLst>
        </pc:spChg>
        <pc:spChg chg="add mod">
          <ac:chgData name="Eduardo Toshio Yonamine" userId="S::rm370652@fiap.com.br::1917e411-084f-4f8c-809b-15efef53b883" providerId="AD" clId="Web-{841E3085-3E1A-C526-4FA4-1EA5539BBA7B}" dt="2026-05-10T21:21:19.783" v="651" actId="20577"/>
          <ac:spMkLst>
            <pc:docMk/>
            <pc:sldMk cId="3254617749" sldId="259"/>
            <ac:spMk id="6" creationId="{C0A745AE-F387-4F2D-5AEC-170F10F1641C}"/>
          </ac:spMkLst>
        </pc:spChg>
      </pc:sldChg>
      <pc:sldChg chg="addSp delSp modSp new mod setBg">
        <pc:chgData name="Eduardo Toshio Yonamine" userId="S::rm370652@fiap.com.br::1917e411-084f-4f8c-809b-15efef53b883" providerId="AD" clId="Web-{841E3085-3E1A-C526-4FA4-1EA5539BBA7B}" dt="2026-05-10T22:29:38.672" v="1179" actId="20577"/>
        <pc:sldMkLst>
          <pc:docMk/>
          <pc:sldMk cId="1832990221" sldId="260"/>
        </pc:sldMkLst>
        <pc:spChg chg="mod">
          <ac:chgData name="Eduardo Toshio Yonamine" userId="S::rm370652@fiap.com.br::1917e411-084f-4f8c-809b-15efef53b883" providerId="AD" clId="Web-{841E3085-3E1A-C526-4FA4-1EA5539BBA7B}" dt="2026-05-10T22:06:55.971" v="879" actId="20577"/>
          <ac:spMkLst>
            <pc:docMk/>
            <pc:sldMk cId="1832990221" sldId="260"/>
            <ac:spMk id="2" creationId="{A9208034-ACFC-73C7-3C10-6B07ABCEAA30}"/>
          </ac:spMkLst>
        </pc:spChg>
        <pc:spChg chg="add">
          <ac:chgData name="Eduardo Toshio Yonamine" userId="S::rm370652@fiap.com.br::1917e411-084f-4f8c-809b-15efef53b883" providerId="AD" clId="Web-{841E3085-3E1A-C526-4FA4-1EA5539BBA7B}" dt="2026-05-10T22:05:19.437" v="846"/>
          <ac:spMkLst>
            <pc:docMk/>
            <pc:sldMk cId="1832990221" sldId="260"/>
            <ac:spMk id="5" creationId="{7642F455-878B-0819-4235-90B3E47A64B9}"/>
          </ac:spMkLst>
        </pc:spChg>
        <pc:spChg chg="add">
          <ac:chgData name="Eduardo Toshio Yonamine" userId="S::rm370652@fiap.com.br::1917e411-084f-4f8c-809b-15efef53b883" providerId="AD" clId="Web-{841E3085-3E1A-C526-4FA4-1EA5539BBA7B}" dt="2026-05-10T22:05:30.953" v="847"/>
          <ac:spMkLst>
            <pc:docMk/>
            <pc:sldMk cId="1832990221" sldId="260"/>
            <ac:spMk id="7" creationId="{97A4CCAA-ED4D-7B06-FB87-E65A9DFE73DA}"/>
          </ac:spMkLst>
        </pc:spChg>
        <pc:spChg chg="add">
          <ac:chgData name="Eduardo Toshio Yonamine" userId="S::rm370652@fiap.com.br::1917e411-084f-4f8c-809b-15efef53b883" providerId="AD" clId="Web-{841E3085-3E1A-C526-4FA4-1EA5539BBA7B}" dt="2026-05-10T22:05:03.312" v="844"/>
          <ac:spMkLst>
            <pc:docMk/>
            <pc:sldMk cId="1832990221" sldId="260"/>
            <ac:spMk id="8" creationId="{B373F125-DEF3-41D6-9918-AB21A2ACC37A}"/>
          </ac:spMkLst>
        </pc:spChg>
        <pc:spChg chg="add mod">
          <ac:chgData name="Eduardo Toshio Yonamine" userId="S::rm370652@fiap.com.br::1917e411-084f-4f8c-809b-15efef53b883" providerId="AD" clId="Web-{841E3085-3E1A-C526-4FA4-1EA5539BBA7B}" dt="2026-05-10T22:22:48.033" v="1092" actId="20577"/>
          <ac:spMkLst>
            <pc:docMk/>
            <pc:sldMk cId="1832990221" sldId="260"/>
            <ac:spMk id="9" creationId="{1D0BC8AA-3CD1-D628-3D70-E3EC452D5EC7}"/>
          </ac:spMkLst>
        </pc:spChg>
        <pc:spChg chg="add">
          <ac:chgData name="Eduardo Toshio Yonamine" userId="S::rm370652@fiap.com.br::1917e411-084f-4f8c-809b-15efef53b883" providerId="AD" clId="Web-{841E3085-3E1A-C526-4FA4-1EA5539BBA7B}" dt="2026-05-10T22:05:03.312" v="844"/>
          <ac:spMkLst>
            <pc:docMk/>
            <pc:sldMk cId="1832990221" sldId="260"/>
            <ac:spMk id="10" creationId="{71E9F226-EB6E-48C9-ADDA-636DE4BF4EBE}"/>
          </ac:spMkLst>
        </pc:spChg>
        <pc:spChg chg="add mod">
          <ac:chgData name="Eduardo Toshio Yonamine" userId="S::rm370652@fiap.com.br::1917e411-084f-4f8c-809b-15efef53b883" providerId="AD" clId="Web-{841E3085-3E1A-C526-4FA4-1EA5539BBA7B}" dt="2026-05-10T22:13:53.588" v="1031" actId="20577"/>
          <ac:spMkLst>
            <pc:docMk/>
            <pc:sldMk cId="1832990221" sldId="260"/>
            <ac:spMk id="11" creationId="{0DDCF431-1AC4-AA38-A371-129C12C55189}"/>
          </ac:spMkLst>
        </pc:spChg>
      </pc:sldChg>
      <pc:sldMasterChg chg="modSp add del addSldLayout delSldLayout modSldLayout">
        <pc:chgData name="Eduardo Toshio Yonamine" userId="S::rm370652@fiap.com.br::1917e411-084f-4f8c-809b-15efef53b883" providerId="AD" clId="Web-{841E3085-3E1A-C526-4FA4-1EA5539BBA7B}" dt="2026-05-10T20:53:50.586" v="223"/>
        <pc:sldMasterMkLst>
          <pc:docMk/>
          <pc:sldMasterMk cId="1936689390" sldId="2147483930"/>
        </pc:sldMasterMkLst>
        <pc:spChg chg="mod">
          <ac:chgData name="Eduardo Toshio Yonamine" userId="S::rm370652@fiap.com.br::1917e411-084f-4f8c-809b-15efef53b883" providerId="AD" clId="Web-{841E3085-3E1A-C526-4FA4-1EA5539BBA7B}" dt="2026-05-10T20:53:50.586" v="223"/>
          <ac:spMkLst>
            <pc:docMk/>
            <pc:sldMasterMk cId="1936689390" sldId="2147483930"/>
            <ac:spMk id="2" creationId="{00000000-0000-0000-0000-000000000000}"/>
          </ac:spMkLst>
        </pc:spChg>
        <pc:spChg chg="mod">
          <ac:chgData name="Eduardo Toshio Yonamine" userId="S::rm370652@fiap.com.br::1917e411-084f-4f8c-809b-15efef53b883" providerId="AD" clId="Web-{841E3085-3E1A-C526-4FA4-1EA5539BBA7B}" dt="2026-05-10T20:53:50.586" v="223"/>
          <ac:spMkLst>
            <pc:docMk/>
            <pc:sldMasterMk cId="1936689390" sldId="2147483930"/>
            <ac:spMk id="3" creationId="{00000000-0000-0000-0000-000000000000}"/>
          </ac:spMkLst>
        </pc:spChg>
        <pc:spChg chg="mod">
          <ac:chgData name="Eduardo Toshio Yonamine" userId="S::rm370652@fiap.com.br::1917e411-084f-4f8c-809b-15efef53b883" providerId="AD" clId="Web-{841E3085-3E1A-C526-4FA4-1EA5539BBA7B}" dt="2026-05-10T20:53:50.586" v="223"/>
          <ac:spMkLst>
            <pc:docMk/>
            <pc:sldMasterMk cId="1936689390" sldId="2147483930"/>
            <ac:spMk id="4" creationId="{00000000-0000-0000-0000-000000000000}"/>
          </ac:spMkLst>
        </pc:spChg>
        <pc:spChg chg="mod">
          <ac:chgData name="Eduardo Toshio Yonamine" userId="S::rm370652@fiap.com.br::1917e411-084f-4f8c-809b-15efef53b883" providerId="AD" clId="Web-{841E3085-3E1A-C526-4FA4-1EA5539BBA7B}" dt="2026-05-10T20:53:50.586" v="223"/>
          <ac:spMkLst>
            <pc:docMk/>
            <pc:sldMasterMk cId="1936689390" sldId="2147483930"/>
            <ac:spMk id="5" creationId="{00000000-0000-0000-0000-000000000000}"/>
          </ac:spMkLst>
        </pc:spChg>
        <pc:spChg chg="mod">
          <ac:chgData name="Eduardo Toshio Yonamine" userId="S::rm370652@fiap.com.br::1917e411-084f-4f8c-809b-15efef53b883" providerId="AD" clId="Web-{841E3085-3E1A-C526-4FA4-1EA5539BBA7B}" dt="2026-05-10T20:53:50.586" v="223"/>
          <ac:spMkLst>
            <pc:docMk/>
            <pc:sldMasterMk cId="1936689390" sldId="2147483930"/>
            <ac:spMk id="6" creationId="{00000000-0000-0000-0000-000000000000}"/>
          </ac:spMkLst>
        </pc:spChg>
        <pc:spChg chg="mod">
          <ac:chgData name="Eduardo Toshio Yonamine" userId="S::rm370652@fiap.com.br::1917e411-084f-4f8c-809b-15efef53b883" providerId="AD" clId="Web-{841E3085-3E1A-C526-4FA4-1EA5539BBA7B}" dt="2026-05-10T20:53:50.586" v="223"/>
          <ac:spMkLst>
            <pc:docMk/>
            <pc:sldMasterMk cId="1936689390" sldId="2147483930"/>
            <ac:spMk id="9" creationId="{00000000-0000-0000-0000-000000000000}"/>
          </ac:spMkLst>
        </pc:spChg>
        <pc:spChg chg="mod">
          <ac:chgData name="Eduardo Toshio Yonamine" userId="S::rm370652@fiap.com.br::1917e411-084f-4f8c-809b-15efef53b883" providerId="AD" clId="Web-{841E3085-3E1A-C526-4FA4-1EA5539BBA7B}" dt="2026-05-10T20:53:50.586" v="223"/>
          <ac:spMkLst>
            <pc:docMk/>
            <pc:sldMasterMk cId="1936689390" sldId="2147483930"/>
            <ac:spMk id="10" creationId="{00000000-0000-0000-0000-000000000000}"/>
          </ac:spMkLst>
        </pc:spChg>
        <pc:spChg chg="mod">
          <ac:chgData name="Eduardo Toshio Yonamine" userId="S::rm370652@fiap.com.br::1917e411-084f-4f8c-809b-15efef53b883" providerId="AD" clId="Web-{841E3085-3E1A-C526-4FA4-1EA5539BBA7B}" dt="2026-05-10T20:53:50.586" v="223"/>
          <ac:spMkLst>
            <pc:docMk/>
            <pc:sldMasterMk cId="1936689390" sldId="2147483930"/>
            <ac:spMk id="11" creationId="{00000000-0000-0000-0000-000000000000}"/>
          </ac:spMkLst>
        </pc:spChg>
        <pc:sldLayoutChg chg="modSp add del mod replId">
          <pc:chgData name="Eduardo Toshio Yonamine" userId="S::rm370652@fiap.com.br::1917e411-084f-4f8c-809b-15efef53b883" providerId="AD" clId="Web-{841E3085-3E1A-C526-4FA4-1EA5539BBA7B}" dt="2026-05-10T20:53:50.586" v="223"/>
          <pc:sldLayoutMkLst>
            <pc:docMk/>
            <pc:sldMasterMk cId="1936689390" sldId="2147483930"/>
            <pc:sldLayoutMk cId="3575792775" sldId="2147483931"/>
          </pc:sldLayoutMkLst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3575792775" sldId="2147483931"/>
              <ac:spMk id="2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3575792775" sldId="2147483931"/>
              <ac:spMk id="3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3575792775" sldId="2147483931"/>
              <ac:spMk id="7" creationId="{00000000-0000-0000-0000-000000000000}"/>
            </ac:spMkLst>
          </pc:spChg>
        </pc:sldLayoutChg>
        <pc:sldLayoutChg chg="modSp add del mod replId">
          <pc:chgData name="Eduardo Toshio Yonamine" userId="S::rm370652@fiap.com.br::1917e411-084f-4f8c-809b-15efef53b883" providerId="AD" clId="Web-{841E3085-3E1A-C526-4FA4-1EA5539BBA7B}" dt="2026-05-10T20:53:50.586" v="223"/>
          <pc:sldLayoutMkLst>
            <pc:docMk/>
            <pc:sldMasterMk cId="1936689390" sldId="2147483930"/>
            <pc:sldLayoutMk cId="1502772370" sldId="2147483932"/>
          </pc:sldLayoutMkLst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1502772370" sldId="2147483932"/>
              <ac:spMk id="3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1502772370" sldId="2147483932"/>
              <ac:spMk id="7" creationId="{00000000-0000-0000-0000-000000000000}"/>
            </ac:spMkLst>
          </pc:spChg>
        </pc:sldLayoutChg>
        <pc:sldLayoutChg chg="modSp add del mod replId">
          <pc:chgData name="Eduardo Toshio Yonamine" userId="S::rm370652@fiap.com.br::1917e411-084f-4f8c-809b-15efef53b883" providerId="AD" clId="Web-{841E3085-3E1A-C526-4FA4-1EA5539BBA7B}" dt="2026-05-10T20:53:50.586" v="223"/>
          <pc:sldLayoutMkLst>
            <pc:docMk/>
            <pc:sldMasterMk cId="1936689390" sldId="2147483930"/>
            <pc:sldLayoutMk cId="3313861297" sldId="2147483933"/>
          </pc:sldLayoutMkLst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3313861297" sldId="2147483933"/>
              <ac:spMk id="2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3313861297" sldId="2147483933"/>
              <ac:spMk id="3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3313861297" sldId="2147483933"/>
              <ac:spMk id="8" creationId="{00000000-0000-0000-0000-000000000000}"/>
            </ac:spMkLst>
          </pc:spChg>
        </pc:sldLayoutChg>
        <pc:sldLayoutChg chg="modSp add del mod replId">
          <pc:chgData name="Eduardo Toshio Yonamine" userId="S::rm370652@fiap.com.br::1917e411-084f-4f8c-809b-15efef53b883" providerId="AD" clId="Web-{841E3085-3E1A-C526-4FA4-1EA5539BBA7B}" dt="2026-05-10T20:53:50.586" v="223"/>
          <pc:sldLayoutMkLst>
            <pc:docMk/>
            <pc:sldMasterMk cId="1936689390" sldId="2147483930"/>
            <pc:sldLayoutMk cId="119628510" sldId="2147483934"/>
          </pc:sldLayoutMkLst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119628510" sldId="2147483934"/>
              <ac:spMk id="3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119628510" sldId="2147483934"/>
              <ac:spMk id="4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119628510" sldId="2147483934"/>
              <ac:spMk id="8" creationId="{00000000-0000-0000-0000-000000000000}"/>
            </ac:spMkLst>
          </pc:spChg>
        </pc:sldLayoutChg>
        <pc:sldLayoutChg chg="modSp add del mod replId">
          <pc:chgData name="Eduardo Toshio Yonamine" userId="S::rm370652@fiap.com.br::1917e411-084f-4f8c-809b-15efef53b883" providerId="AD" clId="Web-{841E3085-3E1A-C526-4FA4-1EA5539BBA7B}" dt="2026-05-10T20:53:50.586" v="223"/>
          <pc:sldLayoutMkLst>
            <pc:docMk/>
            <pc:sldMasterMk cId="1936689390" sldId="2147483930"/>
            <pc:sldLayoutMk cId="2469651313" sldId="2147483935"/>
          </pc:sldLayoutMkLst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2469651313" sldId="2147483935"/>
              <ac:spMk id="3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2469651313" sldId="2147483935"/>
              <ac:spMk id="4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2469651313" sldId="2147483935"/>
              <ac:spMk id="5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2469651313" sldId="2147483935"/>
              <ac:spMk id="6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2469651313" sldId="2147483935"/>
              <ac:spMk id="10" creationId="{00000000-0000-0000-0000-000000000000}"/>
            </ac:spMkLst>
          </pc:spChg>
        </pc:sldLayoutChg>
        <pc:sldLayoutChg chg="modSp add del mod replId">
          <pc:chgData name="Eduardo Toshio Yonamine" userId="S::rm370652@fiap.com.br::1917e411-084f-4f8c-809b-15efef53b883" providerId="AD" clId="Web-{841E3085-3E1A-C526-4FA4-1EA5539BBA7B}" dt="2026-05-10T20:53:50.586" v="223"/>
          <pc:sldLayoutMkLst>
            <pc:docMk/>
            <pc:sldMasterMk cId="1936689390" sldId="2147483930"/>
            <pc:sldLayoutMk cId="2852164350" sldId="2147483936"/>
          </pc:sldLayoutMkLst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2852164350" sldId="2147483936"/>
              <ac:spMk id="6" creationId="{00000000-0000-0000-0000-000000000000}"/>
            </ac:spMkLst>
          </pc:spChg>
        </pc:sldLayoutChg>
        <pc:sldLayoutChg chg="add del mod replId">
          <pc:chgData name="Eduardo Toshio Yonamine" userId="S::rm370652@fiap.com.br::1917e411-084f-4f8c-809b-15efef53b883" providerId="AD" clId="Web-{841E3085-3E1A-C526-4FA4-1EA5539BBA7B}" dt="2026-05-10T20:53:50.570" v="222"/>
          <pc:sldLayoutMkLst>
            <pc:docMk/>
            <pc:sldMasterMk cId="1936689390" sldId="2147483930"/>
            <pc:sldLayoutMk cId="1201104170" sldId="2147483937"/>
          </pc:sldLayoutMkLst>
        </pc:sldLayoutChg>
        <pc:sldLayoutChg chg="modSp add del mod replId">
          <pc:chgData name="Eduardo Toshio Yonamine" userId="S::rm370652@fiap.com.br::1917e411-084f-4f8c-809b-15efef53b883" providerId="AD" clId="Web-{841E3085-3E1A-C526-4FA4-1EA5539BBA7B}" dt="2026-05-10T20:53:50.586" v="223"/>
          <pc:sldLayoutMkLst>
            <pc:docMk/>
            <pc:sldMasterMk cId="1936689390" sldId="2147483930"/>
            <pc:sldLayoutMk cId="1543884225" sldId="2147483938"/>
          </pc:sldLayoutMkLst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1543884225" sldId="2147483938"/>
              <ac:spMk id="2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1543884225" sldId="2147483938"/>
              <ac:spMk id="3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1543884225" sldId="2147483938"/>
              <ac:spMk id="4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1543884225" sldId="2147483938"/>
              <ac:spMk id="9" creationId="{00000000-0000-0000-0000-000000000000}"/>
            </ac:spMkLst>
          </pc:spChg>
        </pc:sldLayoutChg>
        <pc:sldLayoutChg chg="modSp add del mod replId">
          <pc:chgData name="Eduardo Toshio Yonamine" userId="S::rm370652@fiap.com.br::1917e411-084f-4f8c-809b-15efef53b883" providerId="AD" clId="Web-{841E3085-3E1A-C526-4FA4-1EA5539BBA7B}" dt="2026-05-10T20:53:50.586" v="223"/>
          <pc:sldLayoutMkLst>
            <pc:docMk/>
            <pc:sldMasterMk cId="1936689390" sldId="2147483930"/>
            <pc:sldLayoutMk cId="643967365" sldId="2147483939"/>
          </pc:sldLayoutMkLst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643967365" sldId="2147483939"/>
              <ac:spMk id="2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643967365" sldId="2147483939"/>
              <ac:spMk id="3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643967365" sldId="2147483939"/>
              <ac:spMk id="4" creationId="{00000000-0000-0000-0000-000000000000}"/>
            </ac:spMkLst>
          </pc:spChg>
        </pc:sldLayoutChg>
        <pc:sldLayoutChg chg="modSp add del mod replId">
          <pc:chgData name="Eduardo Toshio Yonamine" userId="S::rm370652@fiap.com.br::1917e411-084f-4f8c-809b-15efef53b883" providerId="AD" clId="Web-{841E3085-3E1A-C526-4FA4-1EA5539BBA7B}" dt="2026-05-10T20:53:50.586" v="223"/>
          <pc:sldLayoutMkLst>
            <pc:docMk/>
            <pc:sldMasterMk cId="1936689390" sldId="2147483930"/>
            <pc:sldLayoutMk cId="1982917170" sldId="2147483940"/>
          </pc:sldLayoutMkLst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1982917170" sldId="2147483940"/>
              <ac:spMk id="7" creationId="{00000000-0000-0000-0000-000000000000}"/>
            </ac:spMkLst>
          </pc:spChg>
        </pc:sldLayoutChg>
        <pc:sldLayoutChg chg="modSp add del mod replId">
          <pc:chgData name="Eduardo Toshio Yonamine" userId="S::rm370652@fiap.com.br::1917e411-084f-4f8c-809b-15efef53b883" providerId="AD" clId="Web-{841E3085-3E1A-C526-4FA4-1EA5539BBA7B}" dt="2026-05-10T20:53:50.586" v="223"/>
          <pc:sldLayoutMkLst>
            <pc:docMk/>
            <pc:sldMasterMk cId="1936689390" sldId="2147483930"/>
            <pc:sldLayoutMk cId="3465634209" sldId="2147483941"/>
          </pc:sldLayoutMkLst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3465634209" sldId="2147483941"/>
              <ac:spMk id="2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3465634209" sldId="2147483941"/>
              <ac:spMk id="3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3465634209" sldId="2147483941"/>
              <ac:spMk id="4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3465634209" sldId="2147483941"/>
              <ac:spMk id="5" creationId="{00000000-0000-0000-0000-000000000000}"/>
            </ac:spMkLst>
          </pc:spChg>
          <pc:spChg chg="mod">
            <ac:chgData name="Eduardo Toshio Yonamine" userId="S::rm370652@fiap.com.br::1917e411-084f-4f8c-809b-15efef53b883" providerId="AD" clId="Web-{841E3085-3E1A-C526-4FA4-1EA5539BBA7B}" dt="2026-05-10T20:53:50.586" v="223"/>
            <ac:spMkLst>
              <pc:docMk/>
              <pc:sldMasterMk cId="1936689390" sldId="2147483930"/>
              <pc:sldLayoutMk cId="3465634209" sldId="2147483941"/>
              <ac:spMk id="7" creationId="{00000000-0000-0000-0000-000000000000}"/>
            </ac:spMkLst>
          </pc:spChg>
        </pc:sldLayoutChg>
      </pc:sldMasterChg>
    </pc:docChg>
  </pc:docChgLst>
  <pc:docChgLst>
    <pc:chgData name="Eduardo Toshio Yonamine" userId="S::rm370652@fiap.com.br::1917e411-084f-4f8c-809b-15efef53b883" providerId="AD" clId="Web-{B22DFBB5-BA72-761B-0E7F-29E3182D8496}"/>
    <pc:docChg chg="modSld">
      <pc:chgData name="Eduardo Toshio Yonamine" userId="S::rm370652@fiap.com.br::1917e411-084f-4f8c-809b-15efef53b883" providerId="AD" clId="Web-{B22DFBB5-BA72-761B-0E7F-29E3182D8496}" dt="2026-05-10T23:11:04.461" v="225" actId="20577"/>
      <pc:docMkLst>
        <pc:docMk/>
      </pc:docMkLst>
    </pc:docChg>
  </pc:docChgLst>
  <pc:docChgLst>
    <pc:chgData name="Eduardo Toshio Yonamine" userId="S::rm370652@fiap.com.br::1917e411-084f-4f8c-809b-15efef53b883" providerId="AD" clId="Web-{42D32F65-B658-73AF-0335-675D0004A95F}"/>
    <pc:docChg chg="delSld modSld">
      <pc:chgData name="Eduardo Toshio Yonamine" userId="S::rm370652@fiap.com.br::1917e411-084f-4f8c-809b-15efef53b883" providerId="AD" clId="Web-{42D32F65-B658-73AF-0335-675D0004A95F}" dt="2026-05-11T22:38:04.540" v="8"/>
      <pc:docMkLst>
        <pc:docMk/>
      </pc:docMkLst>
      <pc:sldChg chg="modSp">
        <pc:chgData name="Eduardo Toshio Yonamine" userId="S::rm370652@fiap.com.br::1917e411-084f-4f8c-809b-15efef53b883" providerId="AD" clId="Web-{42D32F65-B658-73AF-0335-675D0004A95F}" dt="2026-05-11T22:37:40.337" v="6" actId="20577"/>
        <pc:sldMkLst>
          <pc:docMk/>
          <pc:sldMk cId="3254617749" sldId="259"/>
        </pc:sldMkLst>
        <pc:spChg chg="mod">
          <ac:chgData name="Eduardo Toshio Yonamine" userId="S::rm370652@fiap.com.br::1917e411-084f-4f8c-809b-15efef53b883" providerId="AD" clId="Web-{42D32F65-B658-73AF-0335-675D0004A95F}" dt="2026-05-11T22:37:40.337" v="6" actId="20577"/>
          <ac:spMkLst>
            <pc:docMk/>
            <pc:sldMk cId="3254617749" sldId="259"/>
            <ac:spMk id="4" creationId="{6F33B776-01AC-8E93-3846-51A8F41403BD}"/>
          </ac:spMkLst>
        </pc:spChg>
      </pc:sldChg>
    </pc:docChg>
  </pc:docChgLst>
  <pc:docChgLst>
    <pc:chgData name="Eduardo Toshio Yonamine" userId="S::rm370652@fiap.com.br::1917e411-084f-4f8c-809b-15efef53b883" providerId="AD" clId="Web-{FEB9389D-2838-D5C7-F5BD-483E197147AE}"/>
    <pc:docChg chg="addSld delSld modSld">
      <pc:chgData name="Eduardo Toshio Yonamine" userId="S::rm370652@fiap.com.br::1917e411-084f-4f8c-809b-15efef53b883" providerId="AD" clId="Web-{FEB9389D-2838-D5C7-F5BD-483E197147AE}" dt="2026-05-13T01:52:08.957" v="8"/>
      <pc:docMkLst>
        <pc:docMk/>
      </pc:docMkLst>
      <pc:sldChg chg="modSp">
        <pc:chgData name="Eduardo Toshio Yonamine" userId="S::rm370652@fiap.com.br::1917e411-084f-4f8c-809b-15efef53b883" providerId="AD" clId="Web-{FEB9389D-2838-D5C7-F5BD-483E197147AE}" dt="2026-05-13T01:37:29.648" v="3" actId="20577"/>
        <pc:sldMkLst>
          <pc:docMk/>
          <pc:sldMk cId="3254617749" sldId="259"/>
        </pc:sldMkLst>
        <pc:spChg chg="mod">
          <ac:chgData name="Eduardo Toshio Yonamine" userId="S::rm370652@fiap.com.br::1917e411-084f-4f8c-809b-15efef53b883" providerId="AD" clId="Web-{FEB9389D-2838-D5C7-F5BD-483E197147AE}" dt="2026-05-13T01:37:29.648" v="3" actId="20577"/>
          <ac:spMkLst>
            <pc:docMk/>
            <pc:sldMk cId="3254617749" sldId="259"/>
            <ac:spMk id="4" creationId="{6F33B776-01AC-8E93-3846-51A8F41403BD}"/>
          </ac:spMkLst>
        </pc:spChg>
      </pc:sldChg>
      <pc:sldChg chg="modSp">
        <pc:chgData name="Eduardo Toshio Yonamine" userId="S::rm370652@fiap.com.br::1917e411-084f-4f8c-809b-15efef53b883" providerId="AD" clId="Web-{FEB9389D-2838-D5C7-F5BD-483E197147AE}" dt="2026-05-13T01:37:39.242" v="5" actId="20577"/>
        <pc:sldMkLst>
          <pc:docMk/>
          <pc:sldMk cId="1832990221" sldId="260"/>
        </pc:sldMkLst>
        <pc:spChg chg="mod">
          <ac:chgData name="Eduardo Toshio Yonamine" userId="S::rm370652@fiap.com.br::1917e411-084f-4f8c-809b-15efef53b883" providerId="AD" clId="Web-{FEB9389D-2838-D5C7-F5BD-483E197147AE}" dt="2026-05-13T01:37:39.242" v="5" actId="20577"/>
          <ac:spMkLst>
            <pc:docMk/>
            <pc:sldMk cId="1832990221" sldId="260"/>
            <ac:spMk id="2" creationId="{A9208034-ACFC-73C7-3C10-6B07ABCEAA30}"/>
          </ac:spMkLst>
        </pc:spChg>
      </pc:sldChg>
      <pc:sldChg chg="add del">
        <pc:chgData name="Eduardo Toshio Yonamine" userId="S::rm370652@fiap.com.br::1917e411-084f-4f8c-809b-15efef53b883" providerId="AD" clId="Web-{FEB9389D-2838-D5C7-F5BD-483E197147AE}" dt="2026-05-13T01:52:08.957" v="8"/>
        <pc:sldMkLst>
          <pc:docMk/>
          <pc:sldMk cId="1591884348" sldId="261"/>
        </pc:sldMkLst>
      </pc:sldChg>
    </pc:docChg>
  </pc:docChgLst>
  <pc:docChgLst>
    <pc:chgData name="Eduardo Toshio Yonamine" userId="S::rm370652@fiap.com.br::1917e411-084f-4f8c-809b-15efef53b883" providerId="AD" clId="Web-{34734BA4-12C6-3D39-F9DF-6938D569E4AA}"/>
    <pc:docChg chg="modSld">
      <pc:chgData name="Eduardo Toshio Yonamine" userId="S::rm370652@fiap.com.br::1917e411-084f-4f8c-809b-15efef53b883" providerId="AD" clId="Web-{34734BA4-12C6-3D39-F9DF-6938D569E4AA}" dt="2026-05-12T01:39:37.113" v="148" actId="20577"/>
      <pc:docMkLst>
        <pc:docMk/>
      </pc:docMkLst>
      <pc:sldChg chg="modSp">
        <pc:chgData name="Eduardo Toshio Yonamine" userId="S::rm370652@fiap.com.br::1917e411-084f-4f8c-809b-15efef53b883" providerId="AD" clId="Web-{34734BA4-12C6-3D39-F9DF-6938D569E4AA}" dt="2026-05-12T00:01:27.994" v="123" actId="20577"/>
        <pc:sldMkLst>
          <pc:docMk/>
          <pc:sldMk cId="3254617749" sldId="259"/>
        </pc:sldMkLst>
        <pc:spChg chg="mod">
          <ac:chgData name="Eduardo Toshio Yonamine" userId="S::rm370652@fiap.com.br::1917e411-084f-4f8c-809b-15efef53b883" providerId="AD" clId="Web-{34734BA4-12C6-3D39-F9DF-6938D569E4AA}" dt="2026-05-12T00:01:27.994" v="123" actId="20577"/>
          <ac:spMkLst>
            <pc:docMk/>
            <pc:sldMk cId="3254617749" sldId="259"/>
            <ac:spMk id="4" creationId="{6F33B776-01AC-8E93-3846-51A8F41403BD}"/>
          </ac:spMkLst>
        </pc:spChg>
      </pc:sldChg>
      <pc:sldChg chg="modSp">
        <pc:chgData name="Eduardo Toshio Yonamine" userId="S::rm370652@fiap.com.br::1917e411-084f-4f8c-809b-15efef53b883" providerId="AD" clId="Web-{34734BA4-12C6-3D39-F9DF-6938D569E4AA}" dt="2026-05-12T01:39:37.113" v="148" actId="20577"/>
        <pc:sldMkLst>
          <pc:docMk/>
          <pc:sldMk cId="1832990221" sldId="260"/>
        </pc:sldMkLst>
        <pc:spChg chg="mod">
          <ac:chgData name="Eduardo Toshio Yonamine" userId="S::rm370652@fiap.com.br::1917e411-084f-4f8c-809b-15efef53b883" providerId="AD" clId="Web-{34734BA4-12C6-3D39-F9DF-6938D569E4AA}" dt="2026-05-11T22:39:42.190" v="12" actId="20577"/>
          <ac:spMkLst>
            <pc:docMk/>
            <pc:sldMk cId="1832990221" sldId="260"/>
            <ac:spMk id="2" creationId="{A9208034-ACFC-73C7-3C10-6B07ABCEAA30}"/>
          </ac:spMkLst>
        </pc:spChg>
        <pc:spChg chg="mod">
          <ac:chgData name="Eduardo Toshio Yonamine" userId="S::rm370652@fiap.com.br::1917e411-084f-4f8c-809b-15efef53b883" providerId="AD" clId="Web-{34734BA4-12C6-3D39-F9DF-6938D569E4AA}" dt="2026-05-11T22:40:07.832" v="28" actId="20577"/>
          <ac:spMkLst>
            <pc:docMk/>
            <pc:sldMk cId="1832990221" sldId="260"/>
            <ac:spMk id="9" creationId="{1D0BC8AA-3CD1-D628-3D70-E3EC452D5EC7}"/>
          </ac:spMkLst>
        </pc:spChg>
        <pc:spChg chg="mod">
          <ac:chgData name="Eduardo Toshio Yonamine" userId="S::rm370652@fiap.com.br::1917e411-084f-4f8c-809b-15efef53b883" providerId="AD" clId="Web-{34734BA4-12C6-3D39-F9DF-6938D569E4AA}" dt="2026-05-12T01:39:37.113" v="148" actId="20577"/>
          <ac:spMkLst>
            <pc:docMk/>
            <pc:sldMk cId="1832990221" sldId="260"/>
            <ac:spMk id="11" creationId="{0DDCF431-1AC4-AA38-A371-129C12C55189}"/>
          </ac:spMkLst>
        </pc:spChg>
        <pc:graphicFrameChg chg="modGraphic">
          <ac:chgData name="Eduardo Toshio Yonamine" userId="S::rm370652@fiap.com.br::1917e411-084f-4f8c-809b-15efef53b883" providerId="AD" clId="Web-{34734BA4-12C6-3D39-F9DF-6938D569E4AA}" dt="2026-05-12T01:39:32.847" v="145" actId="20577"/>
          <ac:graphicFrameMkLst>
            <pc:docMk/>
            <pc:sldMk cId="1832990221" sldId="260"/>
            <ac:graphicFrameMk id="3" creationId="{8D5DD4FF-2F01-B0C2-FF78-C15526E218CB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715473E-FA06-4B85-B1DE-C63C68B9ABE6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EA0B2D10-1C4E-4D2D-95DE-F110B55FE1FE}">
      <dgm:prSet phldrT="[Texto]" phldr="0"/>
      <dgm:spPr/>
      <dgm:t>
        <a:bodyPr/>
        <a:lstStyle/>
        <a:p>
          <a:pPr rtl="0"/>
          <a:r>
            <a:rPr lang="pt-BR" dirty="0">
              <a:latin typeface="Gill Sans MT" panose="020B0502020104020203"/>
            </a:rPr>
            <a:t>Dados de notificação do SINAN – violência  interpessoal e autoprovocada</a:t>
          </a:r>
        </a:p>
      </dgm:t>
    </dgm:pt>
    <dgm:pt modelId="{352089ED-2C06-4869-A86D-4AB43793794F}" type="parTrans" cxnId="{167DDB5A-23FD-48DF-87E6-F1985EF5CE5F}">
      <dgm:prSet/>
      <dgm:spPr/>
      <dgm:t>
        <a:bodyPr/>
        <a:lstStyle/>
        <a:p>
          <a:endParaRPr lang="pt-BR"/>
        </a:p>
      </dgm:t>
    </dgm:pt>
    <dgm:pt modelId="{4B1BC1D1-64D3-49A7-94B9-8A442A45774C}" type="sibTrans" cxnId="{167DDB5A-23FD-48DF-87E6-F1985EF5CE5F}">
      <dgm:prSet/>
      <dgm:spPr/>
      <dgm:t>
        <a:bodyPr/>
        <a:lstStyle/>
        <a:p>
          <a:endParaRPr lang="pt-BR"/>
        </a:p>
      </dgm:t>
    </dgm:pt>
    <dgm:pt modelId="{6CDD9BC1-6C52-40E1-B7D3-12A22E0C6955}">
      <dgm:prSet phldrT="[Texto]" phldr="0"/>
      <dgm:spPr/>
      <dgm:t>
        <a:bodyPr/>
        <a:lstStyle/>
        <a:p>
          <a:pPr rtl="0"/>
          <a:r>
            <a:rPr lang="pt-BR" dirty="0">
              <a:latin typeface="Gill Sans MT" panose="020B0502020104020203"/>
            </a:rPr>
            <a:t>Probabilidade de Violência Sexual</a:t>
          </a:r>
          <a:endParaRPr lang="pt-BR" dirty="0"/>
        </a:p>
      </dgm:t>
    </dgm:pt>
    <dgm:pt modelId="{13FF1A12-6D1E-4795-AD74-8DDB86995A20}" type="parTrans" cxnId="{4101F462-A096-460E-91BD-12D212B00C97}">
      <dgm:prSet/>
      <dgm:spPr/>
      <dgm:t>
        <a:bodyPr/>
        <a:lstStyle/>
        <a:p>
          <a:endParaRPr lang="pt-BR"/>
        </a:p>
      </dgm:t>
    </dgm:pt>
    <dgm:pt modelId="{82B4D4B5-C4B1-4AB8-A3EC-94355C7F06D2}" type="sibTrans" cxnId="{4101F462-A096-460E-91BD-12D212B00C97}">
      <dgm:prSet/>
      <dgm:spPr/>
      <dgm:t>
        <a:bodyPr/>
        <a:lstStyle/>
        <a:p>
          <a:endParaRPr lang="pt-BR"/>
        </a:p>
      </dgm:t>
    </dgm:pt>
    <dgm:pt modelId="{FBAA69D6-4F0C-40B6-9E55-C5AE436DF675}">
      <dgm:prSet phldrT="[Texto]" phldr="0"/>
      <dgm:spPr/>
      <dgm:t>
        <a:bodyPr/>
        <a:lstStyle/>
        <a:p>
          <a:r>
            <a:rPr lang="pt-BR">
              <a:latin typeface="Gill Sans MT" panose="020B0502020104020203"/>
            </a:rPr>
            <a:t>Encaminhamento</a:t>
          </a:r>
          <a:endParaRPr lang="pt-BR"/>
        </a:p>
      </dgm:t>
    </dgm:pt>
    <dgm:pt modelId="{48BBC702-E636-4115-BFA1-D09C2CA07027}" type="parTrans" cxnId="{30FB156C-0E08-4ED2-AC3D-CF0CA470F5D0}">
      <dgm:prSet/>
      <dgm:spPr/>
      <dgm:t>
        <a:bodyPr/>
        <a:lstStyle/>
        <a:p>
          <a:endParaRPr lang="pt-BR"/>
        </a:p>
      </dgm:t>
    </dgm:pt>
    <dgm:pt modelId="{6A0F2692-D3B7-4AAE-92F8-F4A2F18DA2B5}" type="sibTrans" cxnId="{30FB156C-0E08-4ED2-AC3D-CF0CA470F5D0}">
      <dgm:prSet/>
      <dgm:spPr/>
      <dgm:t>
        <a:bodyPr/>
        <a:lstStyle/>
        <a:p>
          <a:endParaRPr lang="pt-BR"/>
        </a:p>
      </dgm:t>
    </dgm:pt>
    <dgm:pt modelId="{D8C4520F-3233-48DC-8043-8801DB8AB9B2}">
      <dgm:prSet phldrT="[Texto]" phldr="0"/>
      <dgm:spPr/>
      <dgm:t>
        <a:bodyPr/>
        <a:lstStyle/>
        <a:p>
          <a:r>
            <a:rPr lang="pt-BR" dirty="0">
              <a:latin typeface="Gill Sans MT" panose="020B0502020104020203"/>
            </a:rPr>
            <a:t>Perfil</a:t>
          </a:r>
          <a:endParaRPr lang="pt-BR" dirty="0"/>
        </a:p>
      </dgm:t>
    </dgm:pt>
    <dgm:pt modelId="{1554BCAC-93EB-4FA2-8C7D-F11D6F715DB9}" type="parTrans" cxnId="{DB9052C5-3EE2-4F57-9173-09091963FA4D}">
      <dgm:prSet/>
      <dgm:spPr/>
    </dgm:pt>
    <dgm:pt modelId="{AE4E68F3-9E6C-41FE-9FBC-047E336F158C}" type="sibTrans" cxnId="{DB9052C5-3EE2-4F57-9173-09091963FA4D}">
      <dgm:prSet/>
      <dgm:spPr/>
      <dgm:t>
        <a:bodyPr/>
        <a:lstStyle/>
        <a:p>
          <a:endParaRPr lang="pt-BR"/>
        </a:p>
      </dgm:t>
    </dgm:pt>
    <dgm:pt modelId="{C44945A5-B085-4F5B-93E3-1C4401F6972C}">
      <dgm:prSet phldrT="[Texto]" phldr="0"/>
      <dgm:spPr/>
      <dgm:t>
        <a:bodyPr/>
        <a:lstStyle/>
        <a:p>
          <a:pPr rtl="0"/>
          <a:r>
            <a:rPr lang="pt-BR" dirty="0">
              <a:latin typeface="Gill Sans MT" panose="020B0502020104020203"/>
            </a:rPr>
            <a:t>Decisão Final - humana</a:t>
          </a:r>
        </a:p>
      </dgm:t>
    </dgm:pt>
    <dgm:pt modelId="{08E9A841-F0AC-4BC6-8F8F-CF747F36C791}" type="parTrans" cxnId="{1EC92F8C-73C6-45C6-B75C-F86EC784D028}">
      <dgm:prSet/>
      <dgm:spPr/>
    </dgm:pt>
    <dgm:pt modelId="{356907A5-27CD-4610-BDBA-2A19B9339344}" type="sibTrans" cxnId="{1EC92F8C-73C6-45C6-B75C-F86EC784D028}">
      <dgm:prSet/>
      <dgm:spPr/>
      <dgm:t>
        <a:bodyPr/>
        <a:lstStyle/>
        <a:p>
          <a:endParaRPr lang="pt-BR"/>
        </a:p>
      </dgm:t>
    </dgm:pt>
    <dgm:pt modelId="{B0F20A1B-6DBD-43D2-9894-C908463B5F06}" type="pres">
      <dgm:prSet presAssocID="{1715473E-FA06-4B85-B1DE-C63C68B9ABE6}" presName="cycle" presStyleCnt="0">
        <dgm:presLayoutVars>
          <dgm:dir/>
          <dgm:resizeHandles val="exact"/>
        </dgm:presLayoutVars>
      </dgm:prSet>
      <dgm:spPr/>
    </dgm:pt>
    <dgm:pt modelId="{3453771C-A250-4362-957D-99FB184CE63C}" type="pres">
      <dgm:prSet presAssocID="{EA0B2D10-1C4E-4D2D-95DE-F110B55FE1FE}" presName="node" presStyleLbl="node1" presStyleIdx="0" presStyleCnt="5">
        <dgm:presLayoutVars>
          <dgm:bulletEnabled val="1"/>
        </dgm:presLayoutVars>
      </dgm:prSet>
      <dgm:spPr/>
    </dgm:pt>
    <dgm:pt modelId="{B49A9B42-6579-4238-AE33-A18FDB992148}" type="pres">
      <dgm:prSet presAssocID="{4B1BC1D1-64D3-49A7-94B9-8A442A45774C}" presName="sibTrans" presStyleLbl="sibTrans2D1" presStyleIdx="0" presStyleCnt="5"/>
      <dgm:spPr/>
    </dgm:pt>
    <dgm:pt modelId="{12148B24-AD92-405B-AC53-DE79E290F6AF}" type="pres">
      <dgm:prSet presAssocID="{4B1BC1D1-64D3-49A7-94B9-8A442A45774C}" presName="connectorText" presStyleLbl="sibTrans2D1" presStyleIdx="0" presStyleCnt="5"/>
      <dgm:spPr/>
    </dgm:pt>
    <dgm:pt modelId="{B8833EE3-EE9F-46F3-8AB7-71EEA3999DE8}" type="pres">
      <dgm:prSet presAssocID="{D8C4520F-3233-48DC-8043-8801DB8AB9B2}" presName="node" presStyleLbl="node1" presStyleIdx="1" presStyleCnt="5">
        <dgm:presLayoutVars>
          <dgm:bulletEnabled val="1"/>
        </dgm:presLayoutVars>
      </dgm:prSet>
      <dgm:spPr/>
    </dgm:pt>
    <dgm:pt modelId="{D0EB5C43-E5B5-4910-BC2E-FD58C534452F}" type="pres">
      <dgm:prSet presAssocID="{AE4E68F3-9E6C-41FE-9FBC-047E336F158C}" presName="sibTrans" presStyleLbl="sibTrans2D1" presStyleIdx="1" presStyleCnt="5"/>
      <dgm:spPr/>
    </dgm:pt>
    <dgm:pt modelId="{1305887D-AB6D-47DE-AF51-63353961CD50}" type="pres">
      <dgm:prSet presAssocID="{AE4E68F3-9E6C-41FE-9FBC-047E336F158C}" presName="connectorText" presStyleLbl="sibTrans2D1" presStyleIdx="1" presStyleCnt="5"/>
      <dgm:spPr/>
    </dgm:pt>
    <dgm:pt modelId="{54739410-F936-48D0-8071-DDDE4C43A0F1}" type="pres">
      <dgm:prSet presAssocID="{6CDD9BC1-6C52-40E1-B7D3-12A22E0C6955}" presName="node" presStyleLbl="node1" presStyleIdx="2" presStyleCnt="5">
        <dgm:presLayoutVars>
          <dgm:bulletEnabled val="1"/>
        </dgm:presLayoutVars>
      </dgm:prSet>
      <dgm:spPr/>
    </dgm:pt>
    <dgm:pt modelId="{A8F676D1-DB89-4A1B-AEE4-4BB6BB117D54}" type="pres">
      <dgm:prSet presAssocID="{82B4D4B5-C4B1-4AB8-A3EC-94355C7F06D2}" presName="sibTrans" presStyleLbl="sibTrans2D1" presStyleIdx="2" presStyleCnt="5"/>
      <dgm:spPr/>
    </dgm:pt>
    <dgm:pt modelId="{582FF7CB-A6EF-4650-8F1C-07C283148C14}" type="pres">
      <dgm:prSet presAssocID="{82B4D4B5-C4B1-4AB8-A3EC-94355C7F06D2}" presName="connectorText" presStyleLbl="sibTrans2D1" presStyleIdx="2" presStyleCnt="5"/>
      <dgm:spPr/>
    </dgm:pt>
    <dgm:pt modelId="{238B6BC3-B91C-479C-BD43-01E7A7E676F4}" type="pres">
      <dgm:prSet presAssocID="{FBAA69D6-4F0C-40B6-9E55-C5AE436DF675}" presName="node" presStyleLbl="node1" presStyleIdx="3" presStyleCnt="5">
        <dgm:presLayoutVars>
          <dgm:bulletEnabled val="1"/>
        </dgm:presLayoutVars>
      </dgm:prSet>
      <dgm:spPr/>
    </dgm:pt>
    <dgm:pt modelId="{42830A38-CF76-4363-B8CC-A1D2F6701C7F}" type="pres">
      <dgm:prSet presAssocID="{6A0F2692-D3B7-4AAE-92F8-F4A2F18DA2B5}" presName="sibTrans" presStyleLbl="sibTrans2D1" presStyleIdx="3" presStyleCnt="5"/>
      <dgm:spPr/>
    </dgm:pt>
    <dgm:pt modelId="{6B32577C-7865-462A-9E2C-82CC503FCA03}" type="pres">
      <dgm:prSet presAssocID="{6A0F2692-D3B7-4AAE-92F8-F4A2F18DA2B5}" presName="connectorText" presStyleLbl="sibTrans2D1" presStyleIdx="3" presStyleCnt="5"/>
      <dgm:spPr/>
    </dgm:pt>
    <dgm:pt modelId="{95935DAE-BF53-45E6-8997-228ECD568AEA}" type="pres">
      <dgm:prSet presAssocID="{C44945A5-B085-4F5B-93E3-1C4401F6972C}" presName="node" presStyleLbl="node1" presStyleIdx="4" presStyleCnt="5">
        <dgm:presLayoutVars>
          <dgm:bulletEnabled val="1"/>
        </dgm:presLayoutVars>
      </dgm:prSet>
      <dgm:spPr/>
    </dgm:pt>
    <dgm:pt modelId="{D99AE438-8E65-4BDD-B317-FBE54579E975}" type="pres">
      <dgm:prSet presAssocID="{356907A5-27CD-4610-BDBA-2A19B9339344}" presName="sibTrans" presStyleLbl="sibTrans2D1" presStyleIdx="4" presStyleCnt="5"/>
      <dgm:spPr/>
    </dgm:pt>
    <dgm:pt modelId="{276E4F49-BE76-4605-9746-284A078C9721}" type="pres">
      <dgm:prSet presAssocID="{356907A5-27CD-4610-BDBA-2A19B9339344}" presName="connectorText" presStyleLbl="sibTrans2D1" presStyleIdx="4" presStyleCnt="5"/>
      <dgm:spPr/>
    </dgm:pt>
  </dgm:ptLst>
  <dgm:cxnLst>
    <dgm:cxn modelId="{19148409-C449-406C-9922-EA37000843EF}" type="presOf" srcId="{356907A5-27CD-4610-BDBA-2A19B9339344}" destId="{276E4F49-BE76-4605-9746-284A078C9721}" srcOrd="1" destOrd="0" presId="urn:microsoft.com/office/officeart/2005/8/layout/cycle2"/>
    <dgm:cxn modelId="{F83F9E2F-5C07-414F-861B-2FC14A0D7B3E}" type="presOf" srcId="{1715473E-FA06-4B85-B1DE-C63C68B9ABE6}" destId="{B0F20A1B-6DBD-43D2-9894-C908463B5F06}" srcOrd="0" destOrd="0" presId="urn:microsoft.com/office/officeart/2005/8/layout/cycle2"/>
    <dgm:cxn modelId="{D70D0460-5AB8-434C-9853-81C6A72636DB}" type="presOf" srcId="{AE4E68F3-9E6C-41FE-9FBC-047E336F158C}" destId="{1305887D-AB6D-47DE-AF51-63353961CD50}" srcOrd="1" destOrd="0" presId="urn:microsoft.com/office/officeart/2005/8/layout/cycle2"/>
    <dgm:cxn modelId="{3F8F7A41-19E3-40AE-AB2D-D3B2A0835447}" type="presOf" srcId="{82B4D4B5-C4B1-4AB8-A3EC-94355C7F06D2}" destId="{582FF7CB-A6EF-4650-8F1C-07C283148C14}" srcOrd="1" destOrd="0" presId="urn:microsoft.com/office/officeart/2005/8/layout/cycle2"/>
    <dgm:cxn modelId="{4101F462-A096-460E-91BD-12D212B00C97}" srcId="{1715473E-FA06-4B85-B1DE-C63C68B9ABE6}" destId="{6CDD9BC1-6C52-40E1-B7D3-12A22E0C6955}" srcOrd="2" destOrd="0" parTransId="{13FF1A12-6D1E-4795-AD74-8DDB86995A20}" sibTransId="{82B4D4B5-C4B1-4AB8-A3EC-94355C7F06D2}"/>
    <dgm:cxn modelId="{DFD29545-EE4F-4885-AFB7-2ABFAE341FAC}" type="presOf" srcId="{4B1BC1D1-64D3-49A7-94B9-8A442A45774C}" destId="{12148B24-AD92-405B-AC53-DE79E290F6AF}" srcOrd="1" destOrd="0" presId="urn:microsoft.com/office/officeart/2005/8/layout/cycle2"/>
    <dgm:cxn modelId="{F9DF7146-F514-4788-9D32-468837CC0B36}" type="presOf" srcId="{D8C4520F-3233-48DC-8043-8801DB8AB9B2}" destId="{B8833EE3-EE9F-46F3-8AB7-71EEA3999DE8}" srcOrd="0" destOrd="0" presId="urn:microsoft.com/office/officeart/2005/8/layout/cycle2"/>
    <dgm:cxn modelId="{1B72BF6B-7EFF-4AD9-B76E-260E3EF519BF}" type="presOf" srcId="{356907A5-27CD-4610-BDBA-2A19B9339344}" destId="{D99AE438-8E65-4BDD-B317-FBE54579E975}" srcOrd="0" destOrd="0" presId="urn:microsoft.com/office/officeart/2005/8/layout/cycle2"/>
    <dgm:cxn modelId="{30FB156C-0E08-4ED2-AC3D-CF0CA470F5D0}" srcId="{1715473E-FA06-4B85-B1DE-C63C68B9ABE6}" destId="{FBAA69D6-4F0C-40B6-9E55-C5AE436DF675}" srcOrd="3" destOrd="0" parTransId="{48BBC702-E636-4115-BFA1-D09C2CA07027}" sibTransId="{6A0F2692-D3B7-4AAE-92F8-F4A2F18DA2B5}"/>
    <dgm:cxn modelId="{7579A852-B2D9-49FA-961C-96C26AA71996}" type="presOf" srcId="{C44945A5-B085-4F5B-93E3-1C4401F6972C}" destId="{95935DAE-BF53-45E6-8997-228ECD568AEA}" srcOrd="0" destOrd="0" presId="urn:microsoft.com/office/officeart/2005/8/layout/cycle2"/>
    <dgm:cxn modelId="{48038D73-0F1B-4FBF-B2A5-A32B4E7EBD44}" type="presOf" srcId="{6A0F2692-D3B7-4AAE-92F8-F4A2F18DA2B5}" destId="{6B32577C-7865-462A-9E2C-82CC503FCA03}" srcOrd="1" destOrd="0" presId="urn:microsoft.com/office/officeart/2005/8/layout/cycle2"/>
    <dgm:cxn modelId="{167DDB5A-23FD-48DF-87E6-F1985EF5CE5F}" srcId="{1715473E-FA06-4B85-B1DE-C63C68B9ABE6}" destId="{EA0B2D10-1C4E-4D2D-95DE-F110B55FE1FE}" srcOrd="0" destOrd="0" parTransId="{352089ED-2C06-4869-A86D-4AB43793794F}" sibTransId="{4B1BC1D1-64D3-49A7-94B9-8A442A45774C}"/>
    <dgm:cxn modelId="{C68A3086-8C2A-4F83-BC2C-E40A7E817FF1}" type="presOf" srcId="{6CDD9BC1-6C52-40E1-B7D3-12A22E0C6955}" destId="{54739410-F936-48D0-8071-DDDE4C43A0F1}" srcOrd="0" destOrd="0" presId="urn:microsoft.com/office/officeart/2005/8/layout/cycle2"/>
    <dgm:cxn modelId="{1EC92F8C-73C6-45C6-B75C-F86EC784D028}" srcId="{1715473E-FA06-4B85-B1DE-C63C68B9ABE6}" destId="{C44945A5-B085-4F5B-93E3-1C4401F6972C}" srcOrd="4" destOrd="0" parTransId="{08E9A841-F0AC-4BC6-8F8F-CF747F36C791}" sibTransId="{356907A5-27CD-4610-BDBA-2A19B9339344}"/>
    <dgm:cxn modelId="{E04EFF9C-D778-452D-918C-48244F829F98}" type="presOf" srcId="{FBAA69D6-4F0C-40B6-9E55-C5AE436DF675}" destId="{238B6BC3-B91C-479C-BD43-01E7A7E676F4}" srcOrd="0" destOrd="0" presId="urn:microsoft.com/office/officeart/2005/8/layout/cycle2"/>
    <dgm:cxn modelId="{6E4AC9A8-4159-4821-A06D-495589BA4FB0}" type="presOf" srcId="{82B4D4B5-C4B1-4AB8-A3EC-94355C7F06D2}" destId="{A8F676D1-DB89-4A1B-AEE4-4BB6BB117D54}" srcOrd="0" destOrd="0" presId="urn:microsoft.com/office/officeart/2005/8/layout/cycle2"/>
    <dgm:cxn modelId="{2EB82EB0-750A-40B3-A94E-55479E89E698}" type="presOf" srcId="{6A0F2692-D3B7-4AAE-92F8-F4A2F18DA2B5}" destId="{42830A38-CF76-4363-B8CC-A1D2F6701C7F}" srcOrd="0" destOrd="0" presId="urn:microsoft.com/office/officeart/2005/8/layout/cycle2"/>
    <dgm:cxn modelId="{043251B2-7138-49E2-92BE-2BCDFC7F162B}" type="presOf" srcId="{EA0B2D10-1C4E-4D2D-95DE-F110B55FE1FE}" destId="{3453771C-A250-4362-957D-99FB184CE63C}" srcOrd="0" destOrd="0" presId="urn:microsoft.com/office/officeart/2005/8/layout/cycle2"/>
    <dgm:cxn modelId="{3D2E0AB7-D9C0-469E-889B-5BA81F4FDFC5}" type="presOf" srcId="{4B1BC1D1-64D3-49A7-94B9-8A442A45774C}" destId="{B49A9B42-6579-4238-AE33-A18FDB992148}" srcOrd="0" destOrd="0" presId="urn:microsoft.com/office/officeart/2005/8/layout/cycle2"/>
    <dgm:cxn modelId="{B7ACB4BE-E1AB-4FA6-9509-B91A58D24C31}" type="presOf" srcId="{AE4E68F3-9E6C-41FE-9FBC-047E336F158C}" destId="{D0EB5C43-E5B5-4910-BC2E-FD58C534452F}" srcOrd="0" destOrd="0" presId="urn:microsoft.com/office/officeart/2005/8/layout/cycle2"/>
    <dgm:cxn modelId="{DB9052C5-3EE2-4F57-9173-09091963FA4D}" srcId="{1715473E-FA06-4B85-B1DE-C63C68B9ABE6}" destId="{D8C4520F-3233-48DC-8043-8801DB8AB9B2}" srcOrd="1" destOrd="0" parTransId="{1554BCAC-93EB-4FA2-8C7D-F11D6F715DB9}" sibTransId="{AE4E68F3-9E6C-41FE-9FBC-047E336F158C}"/>
    <dgm:cxn modelId="{EA7239A3-0BF7-47AD-B74D-8CAAEB9361A6}" type="presParOf" srcId="{B0F20A1B-6DBD-43D2-9894-C908463B5F06}" destId="{3453771C-A250-4362-957D-99FB184CE63C}" srcOrd="0" destOrd="0" presId="urn:microsoft.com/office/officeart/2005/8/layout/cycle2"/>
    <dgm:cxn modelId="{E2BDA906-C741-49C3-B402-DCE24B223228}" type="presParOf" srcId="{B0F20A1B-6DBD-43D2-9894-C908463B5F06}" destId="{B49A9B42-6579-4238-AE33-A18FDB992148}" srcOrd="1" destOrd="0" presId="urn:microsoft.com/office/officeart/2005/8/layout/cycle2"/>
    <dgm:cxn modelId="{6D8ED92D-9B11-4DC5-A67A-4106A0B59A32}" type="presParOf" srcId="{B49A9B42-6579-4238-AE33-A18FDB992148}" destId="{12148B24-AD92-405B-AC53-DE79E290F6AF}" srcOrd="0" destOrd="0" presId="urn:microsoft.com/office/officeart/2005/8/layout/cycle2"/>
    <dgm:cxn modelId="{95F2B580-CC26-4B9E-90D7-ABD8185A70D7}" type="presParOf" srcId="{B0F20A1B-6DBD-43D2-9894-C908463B5F06}" destId="{B8833EE3-EE9F-46F3-8AB7-71EEA3999DE8}" srcOrd="2" destOrd="0" presId="urn:microsoft.com/office/officeart/2005/8/layout/cycle2"/>
    <dgm:cxn modelId="{8850546E-51C1-49F4-BE00-BE92A459FF01}" type="presParOf" srcId="{B0F20A1B-6DBD-43D2-9894-C908463B5F06}" destId="{D0EB5C43-E5B5-4910-BC2E-FD58C534452F}" srcOrd="3" destOrd="0" presId="urn:microsoft.com/office/officeart/2005/8/layout/cycle2"/>
    <dgm:cxn modelId="{13473E4E-4742-437C-B65C-9E1FB884AFB8}" type="presParOf" srcId="{D0EB5C43-E5B5-4910-BC2E-FD58C534452F}" destId="{1305887D-AB6D-47DE-AF51-63353961CD50}" srcOrd="0" destOrd="0" presId="urn:microsoft.com/office/officeart/2005/8/layout/cycle2"/>
    <dgm:cxn modelId="{B1C7924C-B2D5-48AA-87A3-09EC43690946}" type="presParOf" srcId="{B0F20A1B-6DBD-43D2-9894-C908463B5F06}" destId="{54739410-F936-48D0-8071-DDDE4C43A0F1}" srcOrd="4" destOrd="0" presId="urn:microsoft.com/office/officeart/2005/8/layout/cycle2"/>
    <dgm:cxn modelId="{D1E89975-84D1-45DE-A447-613106A3C399}" type="presParOf" srcId="{B0F20A1B-6DBD-43D2-9894-C908463B5F06}" destId="{A8F676D1-DB89-4A1B-AEE4-4BB6BB117D54}" srcOrd="5" destOrd="0" presId="urn:microsoft.com/office/officeart/2005/8/layout/cycle2"/>
    <dgm:cxn modelId="{E68FA930-8524-4035-A8C3-F4F0456BB271}" type="presParOf" srcId="{A8F676D1-DB89-4A1B-AEE4-4BB6BB117D54}" destId="{582FF7CB-A6EF-4650-8F1C-07C283148C14}" srcOrd="0" destOrd="0" presId="urn:microsoft.com/office/officeart/2005/8/layout/cycle2"/>
    <dgm:cxn modelId="{07B2CE7A-6803-4AF2-BC4A-0564328243CF}" type="presParOf" srcId="{B0F20A1B-6DBD-43D2-9894-C908463B5F06}" destId="{238B6BC3-B91C-479C-BD43-01E7A7E676F4}" srcOrd="6" destOrd="0" presId="urn:microsoft.com/office/officeart/2005/8/layout/cycle2"/>
    <dgm:cxn modelId="{15B28A0F-F540-49D4-A14D-91B004890D44}" type="presParOf" srcId="{B0F20A1B-6DBD-43D2-9894-C908463B5F06}" destId="{42830A38-CF76-4363-B8CC-A1D2F6701C7F}" srcOrd="7" destOrd="0" presId="urn:microsoft.com/office/officeart/2005/8/layout/cycle2"/>
    <dgm:cxn modelId="{61B6CDE5-6587-4E8B-9D79-9FB2BA786978}" type="presParOf" srcId="{42830A38-CF76-4363-B8CC-A1D2F6701C7F}" destId="{6B32577C-7865-462A-9E2C-82CC503FCA03}" srcOrd="0" destOrd="0" presId="urn:microsoft.com/office/officeart/2005/8/layout/cycle2"/>
    <dgm:cxn modelId="{0BFFE352-4B4E-48BA-B2B0-0B957D0B3812}" type="presParOf" srcId="{B0F20A1B-6DBD-43D2-9894-C908463B5F06}" destId="{95935DAE-BF53-45E6-8997-228ECD568AEA}" srcOrd="8" destOrd="0" presId="urn:microsoft.com/office/officeart/2005/8/layout/cycle2"/>
    <dgm:cxn modelId="{E1FC6136-FED2-4BD8-8B51-B0C0C6396E89}" type="presParOf" srcId="{B0F20A1B-6DBD-43D2-9894-C908463B5F06}" destId="{D99AE438-8E65-4BDD-B317-FBE54579E975}" srcOrd="9" destOrd="0" presId="urn:microsoft.com/office/officeart/2005/8/layout/cycle2"/>
    <dgm:cxn modelId="{16DD8826-84C2-49B3-AB42-63551AA989ED}" type="presParOf" srcId="{D99AE438-8E65-4BDD-B317-FBE54579E975}" destId="{276E4F49-BE76-4605-9746-284A078C9721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53771C-A250-4362-957D-99FB184CE63C}">
      <dsp:nvSpPr>
        <dsp:cNvPr id="0" name=""/>
        <dsp:cNvSpPr/>
      </dsp:nvSpPr>
      <dsp:spPr>
        <a:xfrm>
          <a:off x="1852059" y="58"/>
          <a:ext cx="1407765" cy="140776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 dirty="0">
              <a:latin typeface="Gill Sans MT" panose="020B0502020104020203"/>
            </a:rPr>
            <a:t>Dados de notificação do SINAN – violência  interpessoal e autoprovocada</a:t>
          </a:r>
        </a:p>
      </dsp:txBody>
      <dsp:txXfrm>
        <a:off x="2058221" y="206220"/>
        <a:ext cx="995441" cy="995441"/>
      </dsp:txXfrm>
    </dsp:sp>
    <dsp:sp modelId="{B49A9B42-6579-4238-AE33-A18FDB992148}">
      <dsp:nvSpPr>
        <dsp:cNvPr id="0" name=""/>
        <dsp:cNvSpPr/>
      </dsp:nvSpPr>
      <dsp:spPr>
        <a:xfrm rot="2160000">
          <a:off x="3215231" y="1081174"/>
          <a:ext cx="373806" cy="47512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900" kern="1200"/>
        </a:p>
      </dsp:txBody>
      <dsp:txXfrm>
        <a:off x="3225940" y="1143240"/>
        <a:ext cx="261664" cy="285072"/>
      </dsp:txXfrm>
    </dsp:sp>
    <dsp:sp modelId="{B8833EE3-EE9F-46F3-8AB7-71EEA3999DE8}">
      <dsp:nvSpPr>
        <dsp:cNvPr id="0" name=""/>
        <dsp:cNvSpPr/>
      </dsp:nvSpPr>
      <dsp:spPr>
        <a:xfrm>
          <a:off x="3561562" y="1242084"/>
          <a:ext cx="1407765" cy="140776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 dirty="0">
              <a:latin typeface="Gill Sans MT" panose="020B0502020104020203"/>
            </a:rPr>
            <a:t>Perfil</a:t>
          </a:r>
          <a:endParaRPr lang="pt-BR" sz="1100" kern="1200" dirty="0"/>
        </a:p>
      </dsp:txBody>
      <dsp:txXfrm>
        <a:off x="3767724" y="1448246"/>
        <a:ext cx="995441" cy="995441"/>
      </dsp:txXfrm>
    </dsp:sp>
    <dsp:sp modelId="{D0EB5C43-E5B5-4910-BC2E-FD58C534452F}">
      <dsp:nvSpPr>
        <dsp:cNvPr id="0" name=""/>
        <dsp:cNvSpPr/>
      </dsp:nvSpPr>
      <dsp:spPr>
        <a:xfrm rot="6480000">
          <a:off x="3755324" y="2703165"/>
          <a:ext cx="373806" cy="47512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900" kern="1200"/>
        </a:p>
      </dsp:txBody>
      <dsp:txXfrm rot="10800000">
        <a:off x="3828722" y="2744862"/>
        <a:ext cx="261664" cy="285072"/>
      </dsp:txXfrm>
    </dsp:sp>
    <dsp:sp modelId="{54739410-F936-48D0-8071-DDDE4C43A0F1}">
      <dsp:nvSpPr>
        <dsp:cNvPr id="0" name=""/>
        <dsp:cNvSpPr/>
      </dsp:nvSpPr>
      <dsp:spPr>
        <a:xfrm>
          <a:off x="2908590" y="3251724"/>
          <a:ext cx="1407765" cy="140776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 dirty="0">
              <a:latin typeface="Gill Sans MT" panose="020B0502020104020203"/>
            </a:rPr>
            <a:t>Probabilidade de Violência Sexual</a:t>
          </a:r>
          <a:endParaRPr lang="pt-BR" sz="1100" kern="1200" dirty="0"/>
        </a:p>
      </dsp:txBody>
      <dsp:txXfrm>
        <a:off x="3114752" y="3457886"/>
        <a:ext cx="995441" cy="995441"/>
      </dsp:txXfrm>
    </dsp:sp>
    <dsp:sp modelId="{A8F676D1-DB89-4A1B-AEE4-4BB6BB117D54}">
      <dsp:nvSpPr>
        <dsp:cNvPr id="0" name=""/>
        <dsp:cNvSpPr/>
      </dsp:nvSpPr>
      <dsp:spPr>
        <a:xfrm rot="10800000">
          <a:off x="2379618" y="3718046"/>
          <a:ext cx="373806" cy="47512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900" kern="1200"/>
        </a:p>
      </dsp:txBody>
      <dsp:txXfrm rot="10800000">
        <a:off x="2491760" y="3813070"/>
        <a:ext cx="261664" cy="285072"/>
      </dsp:txXfrm>
    </dsp:sp>
    <dsp:sp modelId="{238B6BC3-B91C-479C-BD43-01E7A7E676F4}">
      <dsp:nvSpPr>
        <dsp:cNvPr id="0" name=""/>
        <dsp:cNvSpPr/>
      </dsp:nvSpPr>
      <dsp:spPr>
        <a:xfrm>
          <a:off x="795529" y="3251724"/>
          <a:ext cx="1407765" cy="140776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>
              <a:latin typeface="Gill Sans MT" panose="020B0502020104020203"/>
            </a:rPr>
            <a:t>Encaminhamento</a:t>
          </a:r>
          <a:endParaRPr lang="pt-BR" sz="1100" kern="1200"/>
        </a:p>
      </dsp:txBody>
      <dsp:txXfrm>
        <a:off x="1001691" y="3457886"/>
        <a:ext cx="995441" cy="995441"/>
      </dsp:txXfrm>
    </dsp:sp>
    <dsp:sp modelId="{42830A38-CF76-4363-B8CC-A1D2F6701C7F}">
      <dsp:nvSpPr>
        <dsp:cNvPr id="0" name=""/>
        <dsp:cNvSpPr/>
      </dsp:nvSpPr>
      <dsp:spPr>
        <a:xfrm rot="15120000">
          <a:off x="989291" y="2723288"/>
          <a:ext cx="373806" cy="47512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900" kern="1200"/>
        </a:p>
      </dsp:txBody>
      <dsp:txXfrm rot="10800000">
        <a:off x="1062689" y="2871639"/>
        <a:ext cx="261664" cy="285072"/>
      </dsp:txXfrm>
    </dsp:sp>
    <dsp:sp modelId="{95935DAE-BF53-45E6-8997-228ECD568AEA}">
      <dsp:nvSpPr>
        <dsp:cNvPr id="0" name=""/>
        <dsp:cNvSpPr/>
      </dsp:nvSpPr>
      <dsp:spPr>
        <a:xfrm>
          <a:off x="142557" y="1242084"/>
          <a:ext cx="1407765" cy="140776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 dirty="0">
              <a:latin typeface="Gill Sans MT" panose="020B0502020104020203"/>
            </a:rPr>
            <a:t>Decisão Final - humana</a:t>
          </a:r>
        </a:p>
      </dsp:txBody>
      <dsp:txXfrm>
        <a:off x="348719" y="1448246"/>
        <a:ext cx="995441" cy="995441"/>
      </dsp:txXfrm>
    </dsp:sp>
    <dsp:sp modelId="{D99AE438-8E65-4BDD-B317-FBE54579E975}">
      <dsp:nvSpPr>
        <dsp:cNvPr id="0" name=""/>
        <dsp:cNvSpPr/>
      </dsp:nvSpPr>
      <dsp:spPr>
        <a:xfrm rot="19440000">
          <a:off x="1505728" y="1093611"/>
          <a:ext cx="373806" cy="47512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900" kern="1200"/>
        </a:p>
      </dsp:txBody>
      <dsp:txXfrm>
        <a:off x="1516437" y="1221593"/>
        <a:ext cx="261664" cy="2850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8091" y="3085765"/>
            <a:ext cx="8240108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2" y="990600"/>
            <a:ext cx="7989752" cy="1504844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2" y="2495444"/>
            <a:ext cx="7989752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5792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228003"/>
            <a:ext cx="7989752" cy="363079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2772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52646" y="5141973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36573"/>
            <a:ext cx="7989751" cy="1504844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4541417"/>
            <a:ext cx="7989751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861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2" y="2228002"/>
            <a:ext cx="3899527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282" y="2228003"/>
            <a:ext cx="390766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28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28003"/>
            <a:ext cx="3593500" cy="576262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2" y="2926051"/>
            <a:ext cx="3899527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69308" y="2228003"/>
            <a:ext cx="3601635" cy="576262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282" y="2926051"/>
            <a:ext cx="3907662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9651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2164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11041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52646" y="5141973"/>
            <a:ext cx="8238707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352" y="5262296"/>
            <a:ext cx="353662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99" y="601200"/>
            <a:ext cx="824040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05617" y="5262295"/>
            <a:ext cx="426532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884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4693389"/>
            <a:ext cx="7989752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8093" y="599725"/>
            <a:ext cx="8238706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6"/>
            <a:ext cx="7989752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967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2917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6629400" y="599725"/>
            <a:ext cx="2057399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75725"/>
            <a:ext cx="1503123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2" y="675725"/>
            <a:ext cx="592220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745255" y="5956136"/>
            <a:ext cx="947672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0"/>
            <a:ext cx="592220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5634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687474"/>
            <a:ext cx="7989752" cy="10833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228003"/>
            <a:ext cx="7989752" cy="3630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59327" y="5956136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0"/>
            <a:ext cx="48705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00476" y="5956136"/>
            <a:ext cx="7704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8091" y="441325"/>
            <a:ext cx="2719909" cy="10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976001" y="441325"/>
            <a:ext cx="2710800" cy="108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3216601" y="441325"/>
            <a:ext cx="2710800" cy="108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936689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1" r:id="rId1"/>
    <p:sldLayoutId id="2147483932" r:id="rId2"/>
    <p:sldLayoutId id="2147483933" r:id="rId3"/>
    <p:sldLayoutId id="2147483934" r:id="rId4"/>
    <p:sldLayoutId id="2147483935" r:id="rId5"/>
    <p:sldLayoutId id="2147483936" r:id="rId6"/>
    <p:sldLayoutId id="2147483937" r:id="rId7"/>
    <p:sldLayoutId id="2147483938" r:id="rId8"/>
    <p:sldLayoutId id="2147483939" r:id="rId9"/>
    <p:sldLayoutId id="2147483940" r:id="rId10"/>
    <p:sldLayoutId id="214748394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D3A879-AF40-56F0-C672-BB50B01FD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agenda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F33B776-01AC-8E93-3846-51A8F41403BD}"/>
              </a:ext>
            </a:extLst>
          </p:cNvPr>
          <p:cNvSpPr txBox="1"/>
          <p:nvPr/>
        </p:nvSpPr>
        <p:spPr>
          <a:xfrm>
            <a:off x="459509" y="1969326"/>
            <a:ext cx="8220117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pt-BR" sz="2400" dirty="0"/>
              <a:t>Tech </a:t>
            </a:r>
            <a:r>
              <a:rPr lang="pt-BR" sz="2400" dirty="0" err="1"/>
              <a:t>challenge</a:t>
            </a:r>
            <a:r>
              <a:rPr lang="pt-BR" sz="2400" dirty="0"/>
              <a:t> – Fase I</a:t>
            </a:r>
          </a:p>
          <a:p>
            <a:pPr marL="285750" indent="-285750">
              <a:buFont typeface="Arial"/>
              <a:buChar char="•"/>
            </a:pPr>
            <a:endParaRPr lang="pt-BR" sz="2400" dirty="0"/>
          </a:p>
          <a:p>
            <a:pPr marL="285750" indent="-285750">
              <a:buFont typeface="Arial"/>
              <a:buChar char="•"/>
            </a:pPr>
            <a:r>
              <a:rPr lang="pt-BR" sz="2400"/>
              <a:t>Tema do modelo </a:t>
            </a:r>
            <a:endParaRPr lang="pt-BR" sz="2400" dirty="0"/>
          </a:p>
          <a:p>
            <a:pPr marL="285750" indent="-285750">
              <a:buFont typeface="Arial"/>
              <a:buChar char="•"/>
            </a:pPr>
            <a:endParaRPr lang="pt-BR" sz="2400" dirty="0"/>
          </a:p>
          <a:p>
            <a:pPr marL="285750" indent="-285750">
              <a:buFont typeface="Arial"/>
              <a:buChar char="•"/>
            </a:pPr>
            <a:r>
              <a:rPr lang="pt-BR" sz="2400" dirty="0"/>
              <a:t>Apresentação/Execução  - notebook ,  API ,  App Web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0A745AE-F387-4F2D-5AEC-170F10F1641C}"/>
              </a:ext>
            </a:extLst>
          </p:cNvPr>
          <p:cNvSpPr txBox="1"/>
          <p:nvPr/>
        </p:nvSpPr>
        <p:spPr>
          <a:xfrm>
            <a:off x="348521" y="625171"/>
            <a:ext cx="833152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pt-BR" sz="2000" b="1" cap="all">
                <a:solidFill>
                  <a:srgbClr val="FFFFFF"/>
                </a:solidFill>
              </a:rPr>
              <a:t>FIAP – POSTECH - IA PARA DEVS - 2026</a:t>
            </a:r>
            <a:br>
              <a:rPr lang="pt-BR" sz="2000" cap="all" dirty="0">
                <a:solidFill>
                  <a:srgbClr val="FFFFFF"/>
                </a:solidFill>
              </a:rPr>
            </a:br>
            <a:endParaRPr lang="pt-BR" sz="2000" cap="all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46177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373F125-DEF3-41D6-9918-AB21A2ACC3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E9F226-EB6E-48C9-ADDA-636DE4BF4E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935" y="485678"/>
            <a:ext cx="3131058" cy="58887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1694" y="1113764"/>
            <a:ext cx="2559985" cy="4624327"/>
          </a:xfrm>
        </p:spPr>
        <p:txBody>
          <a:bodyPr anchor="ctr">
            <a:normAutofit/>
          </a:bodyPr>
          <a:lstStyle/>
          <a:p>
            <a:br>
              <a:rPr lang="pt-BR" sz="1800" dirty="0"/>
            </a:br>
            <a:br>
              <a:rPr lang="pt-BR" sz="1800" dirty="0"/>
            </a:br>
            <a:r>
              <a:rPr lang="pt-BR" sz="1800" dirty="0">
                <a:solidFill>
                  <a:srgbClr val="FFFFFF"/>
                </a:solidFill>
              </a:rPr>
              <a:t>Tech </a:t>
            </a:r>
            <a:r>
              <a:rPr lang="pt-BR" sz="1800" dirty="0" err="1">
                <a:solidFill>
                  <a:srgbClr val="FFFFFF"/>
                </a:solidFill>
              </a:rPr>
              <a:t>Challenge</a:t>
            </a:r>
            <a:r>
              <a:rPr lang="pt-BR" sz="1800" dirty="0">
                <a:solidFill>
                  <a:srgbClr val="FFFFFF"/>
                </a:solidFill>
              </a:rPr>
              <a:t>  Fase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72375" y="744113"/>
            <a:ext cx="5135611" cy="4424910"/>
          </a:xfrm>
        </p:spPr>
        <p:txBody>
          <a:bodyPr anchor="ctr">
            <a:normAutofit/>
          </a:bodyPr>
          <a:lstStyle/>
          <a:p>
            <a:pPr marL="305435" indent="-305435">
              <a:lnSpc>
                <a:spcPct val="90000"/>
              </a:lnSpc>
            </a:pPr>
            <a:r>
              <a:rPr lang="pt-BR" sz="1400" b="1" err="1">
                <a:latin typeface="Verdana Pro"/>
              </a:rPr>
              <a:t>Objetivo</a:t>
            </a:r>
            <a:r>
              <a:rPr lang="pt-BR" sz="1400">
                <a:latin typeface="Verdana Pro"/>
              </a:rPr>
              <a:t>: </a:t>
            </a:r>
            <a:endParaRPr lang="pt-BR" sz="1400" dirty="0">
              <a:latin typeface="Verdana Pro"/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pt-BR" sz="1400" dirty="0">
                <a:latin typeface="Verdana Pro"/>
              </a:rPr>
              <a:t> </a:t>
            </a:r>
            <a:r>
              <a:rPr lang="pt-BR" sz="1200" dirty="0">
                <a:latin typeface="Verdana Pro"/>
              </a:rPr>
              <a:t> Construir </a:t>
            </a:r>
            <a:r>
              <a:rPr lang="pt-BR" sz="1200" err="1">
                <a:latin typeface="Verdana Pro"/>
              </a:rPr>
              <a:t>solução</a:t>
            </a:r>
            <a:r>
              <a:rPr lang="pt-BR" sz="1200" dirty="0">
                <a:latin typeface="Verdana Pro"/>
              </a:rPr>
              <a:t> </a:t>
            </a:r>
            <a:r>
              <a:rPr lang="pt-BR" sz="1200" err="1">
                <a:latin typeface="Verdana Pro"/>
              </a:rPr>
              <a:t>inicial</a:t>
            </a:r>
            <a:r>
              <a:rPr lang="pt-BR" sz="1200" dirty="0">
                <a:latin typeface="Verdana Pro"/>
              </a:rPr>
              <a:t> de IA para </a:t>
            </a:r>
            <a:r>
              <a:rPr lang="pt-BR" sz="1200" err="1">
                <a:latin typeface="Verdana Pro"/>
              </a:rPr>
              <a:t>análise</a:t>
            </a:r>
            <a:r>
              <a:rPr lang="pt-BR" sz="1200">
                <a:latin typeface="Verdana Pro"/>
              </a:rPr>
              <a:t> de dados </a:t>
            </a:r>
            <a:r>
              <a:rPr lang="pt-BR" sz="1200" err="1">
                <a:latin typeface="Verdana Pro"/>
              </a:rPr>
              <a:t>médicos</a:t>
            </a:r>
            <a:r>
              <a:rPr lang="pt-BR" sz="1200" dirty="0">
                <a:latin typeface="Verdana Pro"/>
              </a:rPr>
              <a:t> </a:t>
            </a:r>
            <a:r>
              <a:rPr lang="pt-BR" sz="1200" err="1">
                <a:latin typeface="Verdana Pro"/>
              </a:rPr>
              <a:t>relacionados</a:t>
            </a:r>
            <a:r>
              <a:rPr lang="pt-BR" sz="1200" dirty="0">
                <a:latin typeface="Verdana Pro"/>
              </a:rPr>
              <a:t> à </a:t>
            </a:r>
            <a:r>
              <a:rPr lang="pt-BR" sz="1200" err="1">
                <a:latin typeface="Verdana Pro"/>
              </a:rPr>
              <a:t>saúde</a:t>
            </a:r>
            <a:r>
              <a:rPr lang="pt-BR" sz="1200" dirty="0">
                <a:latin typeface="Verdana Pro"/>
              </a:rPr>
              <a:t> e segurança da </a:t>
            </a:r>
            <a:r>
              <a:rPr lang="pt-BR" sz="1200" err="1">
                <a:latin typeface="Verdana Pro"/>
              </a:rPr>
              <a:t>mulher</a:t>
            </a:r>
            <a:r>
              <a:rPr lang="pt-BR" sz="1200" dirty="0">
                <a:latin typeface="Verdana Pro"/>
              </a:rPr>
              <a:t>.</a:t>
            </a:r>
          </a:p>
          <a:p>
            <a:pPr marL="305435" indent="-305435">
              <a:lnSpc>
                <a:spcPct val="90000"/>
              </a:lnSpc>
            </a:pPr>
            <a:r>
              <a:rPr lang="pt-BR" sz="1400" b="1" err="1">
                <a:latin typeface="Verdana Pro"/>
              </a:rPr>
              <a:t>Requisitos</a:t>
            </a:r>
            <a:r>
              <a:rPr lang="pt-BR" sz="1400">
                <a:latin typeface="Verdana Pro"/>
              </a:rPr>
              <a:t>:</a:t>
            </a:r>
            <a:endParaRPr lang="pt-BR" sz="1400" dirty="0">
              <a:latin typeface="Verdana Pro"/>
            </a:endParaRPr>
          </a:p>
          <a:p>
            <a:pPr marL="629920" lvl="1" indent="-305435">
              <a:lnSpc>
                <a:spcPct val="90000"/>
              </a:lnSpc>
            </a:pPr>
            <a:r>
              <a:rPr lang="pt-BR" sz="1200">
                <a:latin typeface="Verdana Pro"/>
              </a:rPr>
              <a:t>Processamento de dados </a:t>
            </a:r>
            <a:r>
              <a:rPr lang="pt-BR" sz="1200" dirty="0">
                <a:latin typeface="Verdana Pro"/>
              </a:rPr>
              <a:t>médicos e classificação de riscos.</a:t>
            </a:r>
          </a:p>
          <a:p>
            <a:pPr marL="629920" lvl="1" indent="-305435">
              <a:lnSpc>
                <a:spcPct val="90000"/>
              </a:lnSpc>
            </a:pPr>
            <a:r>
              <a:rPr lang="pt-BR" sz="1200">
                <a:latin typeface="Verdana Pro"/>
              </a:rPr>
              <a:t>Uso de Machine Learning (</a:t>
            </a:r>
            <a:r>
              <a:rPr lang="pt-BR" sz="1200" err="1">
                <a:latin typeface="Verdana Pro"/>
              </a:rPr>
              <a:t>mínimo</a:t>
            </a:r>
            <a:r>
              <a:rPr lang="pt-BR" sz="1200" dirty="0">
                <a:latin typeface="Verdana Pro"/>
              </a:rPr>
              <a:t> 2 </a:t>
            </a:r>
            <a:r>
              <a:rPr lang="pt-BR" sz="1200" err="1">
                <a:latin typeface="Verdana Pro"/>
              </a:rPr>
              <a:t>algoritmos</a:t>
            </a:r>
            <a:r>
              <a:rPr lang="pt-BR" sz="1200" dirty="0">
                <a:latin typeface="Verdana Pro"/>
              </a:rPr>
              <a:t>).</a:t>
            </a:r>
          </a:p>
          <a:p>
            <a:pPr marL="629920" lvl="1" indent="-305435">
              <a:lnSpc>
                <a:spcPct val="90000"/>
              </a:lnSpc>
            </a:pPr>
            <a:r>
              <a:rPr lang="pt-BR" sz="1200" dirty="0">
                <a:latin typeface="Verdana Pro"/>
              </a:rPr>
              <a:t>Exploração e </a:t>
            </a:r>
            <a:r>
              <a:rPr lang="pt-BR" sz="1200" dirty="0" err="1">
                <a:latin typeface="Verdana Pro"/>
              </a:rPr>
              <a:t>pré-processamento</a:t>
            </a:r>
            <a:r>
              <a:rPr lang="pt-BR" sz="1200" dirty="0">
                <a:latin typeface="Verdana Pro"/>
              </a:rPr>
              <a:t> de dados (</a:t>
            </a:r>
            <a:r>
              <a:rPr lang="pt-BR" sz="1200" dirty="0" err="1">
                <a:latin typeface="Verdana Pro"/>
              </a:rPr>
              <a:t>limpeza</a:t>
            </a:r>
            <a:r>
              <a:rPr lang="pt-BR" sz="1200" dirty="0">
                <a:latin typeface="Verdana Pro"/>
              </a:rPr>
              <a:t>, </a:t>
            </a:r>
            <a:r>
              <a:rPr lang="pt-BR" sz="1200" dirty="0" err="1">
                <a:latin typeface="Verdana Pro"/>
              </a:rPr>
              <a:t>encoding</a:t>
            </a:r>
            <a:r>
              <a:rPr lang="pt-BR" sz="1200" dirty="0">
                <a:latin typeface="Verdana Pro"/>
              </a:rPr>
              <a:t>, </a:t>
            </a:r>
            <a:r>
              <a:rPr lang="pt-BR" sz="1200" dirty="0" err="1">
                <a:latin typeface="Verdana Pro"/>
              </a:rPr>
              <a:t>correlação</a:t>
            </a:r>
            <a:r>
              <a:rPr lang="pt-BR" sz="1200" dirty="0">
                <a:latin typeface="Verdana Pro"/>
              </a:rPr>
              <a:t>).</a:t>
            </a:r>
          </a:p>
          <a:p>
            <a:pPr marL="629920" lvl="1" indent="-305435">
              <a:lnSpc>
                <a:spcPct val="90000"/>
              </a:lnSpc>
            </a:pPr>
            <a:r>
              <a:rPr lang="pt-BR" sz="1200" dirty="0">
                <a:latin typeface="Verdana Pro"/>
              </a:rPr>
              <a:t>Treinamento e </a:t>
            </a:r>
            <a:r>
              <a:rPr lang="pt-BR" sz="1200" dirty="0" err="1">
                <a:latin typeface="Verdana Pro"/>
              </a:rPr>
              <a:t>avaliação</a:t>
            </a:r>
            <a:r>
              <a:rPr lang="pt-BR" sz="1200" dirty="0">
                <a:latin typeface="Verdana Pro"/>
              </a:rPr>
              <a:t> com </a:t>
            </a:r>
            <a:r>
              <a:rPr lang="pt-BR" sz="1200" dirty="0" err="1">
                <a:latin typeface="Verdana Pro"/>
              </a:rPr>
              <a:t>métricas</a:t>
            </a:r>
            <a:r>
              <a:rPr lang="pt-BR" sz="1200" dirty="0">
                <a:latin typeface="Verdana Pro"/>
              </a:rPr>
              <a:t> (</a:t>
            </a:r>
            <a:r>
              <a:rPr lang="pt-BR" sz="1200" dirty="0" err="1">
                <a:latin typeface="Verdana Pro"/>
              </a:rPr>
              <a:t>accuracy</a:t>
            </a:r>
            <a:r>
              <a:rPr lang="pt-BR" sz="1200" dirty="0">
                <a:latin typeface="Verdana Pro"/>
              </a:rPr>
              <a:t>, recall, F1-score).</a:t>
            </a:r>
          </a:p>
          <a:p>
            <a:pPr marL="629920" lvl="1" indent="-305435">
              <a:lnSpc>
                <a:spcPct val="90000"/>
              </a:lnSpc>
            </a:pPr>
            <a:r>
              <a:rPr lang="pt-BR" sz="1200">
                <a:latin typeface="Verdana Pro"/>
              </a:rPr>
              <a:t>Relatório</a:t>
            </a:r>
            <a:r>
              <a:rPr lang="pt-BR" sz="1200" dirty="0">
                <a:latin typeface="Verdana Pro"/>
              </a:rPr>
              <a:t> </a:t>
            </a:r>
            <a:r>
              <a:rPr lang="pt-BR" sz="1200" err="1">
                <a:latin typeface="Verdana Pro"/>
              </a:rPr>
              <a:t>técnico</a:t>
            </a:r>
            <a:r>
              <a:rPr lang="pt-BR" sz="1200">
                <a:latin typeface="Verdana Pro"/>
              </a:rPr>
              <a:t> + </a:t>
            </a:r>
            <a:r>
              <a:rPr lang="pt-BR" sz="1200" err="1">
                <a:latin typeface="Verdana Pro"/>
              </a:rPr>
              <a:t>vídeo</a:t>
            </a:r>
            <a:r>
              <a:rPr lang="pt-BR" sz="1200">
                <a:latin typeface="Verdana Pro"/>
              </a:rPr>
              <a:t> de </a:t>
            </a:r>
            <a:r>
              <a:rPr lang="pt-BR" sz="1200" err="1">
                <a:latin typeface="Verdana Pro"/>
              </a:rPr>
              <a:t>demonstração</a:t>
            </a:r>
            <a:r>
              <a:rPr lang="pt-BR" sz="1200">
                <a:latin typeface="Verdana Pro"/>
              </a:rPr>
              <a:t>.</a:t>
            </a:r>
            <a:endParaRPr lang="pt-BR" sz="1200" dirty="0">
              <a:latin typeface="Verdana Pro"/>
            </a:endParaRPr>
          </a:p>
          <a:p>
            <a:pPr marL="629920" lvl="1" indent="-305435">
              <a:lnSpc>
                <a:spcPct val="90000"/>
              </a:lnSpc>
            </a:pPr>
            <a:r>
              <a:rPr lang="pt-BR" sz="1200">
                <a:latin typeface="Verdana Pro"/>
              </a:rPr>
              <a:t>Extra: </a:t>
            </a:r>
            <a:r>
              <a:rPr lang="pt-BR" sz="1200" err="1">
                <a:latin typeface="Verdana Pro"/>
              </a:rPr>
              <a:t>Visão</a:t>
            </a:r>
            <a:r>
              <a:rPr lang="pt-BR" sz="1200" dirty="0">
                <a:latin typeface="Verdana Pro"/>
              </a:rPr>
              <a:t> </a:t>
            </a:r>
            <a:r>
              <a:rPr lang="pt-BR" sz="1200" err="1">
                <a:latin typeface="Verdana Pro"/>
              </a:rPr>
              <a:t>computacional</a:t>
            </a:r>
            <a:r>
              <a:rPr lang="pt-BR" sz="1200">
                <a:latin typeface="Verdana Pro"/>
              </a:rPr>
              <a:t> (CNN </a:t>
            </a:r>
            <a:r>
              <a:rPr lang="pt-BR" sz="1200" err="1">
                <a:latin typeface="Verdana Pro"/>
              </a:rPr>
              <a:t>em</a:t>
            </a:r>
            <a:r>
              <a:rPr lang="pt-BR" sz="1200" dirty="0">
                <a:latin typeface="Verdana Pro"/>
              </a:rPr>
              <a:t> </a:t>
            </a:r>
            <a:r>
              <a:rPr lang="pt-BR" sz="1200">
                <a:latin typeface="Verdana Pro"/>
              </a:rPr>
              <a:t>imagens </a:t>
            </a:r>
            <a:r>
              <a:rPr lang="pt-BR" sz="1200" err="1">
                <a:latin typeface="Verdana Pro"/>
              </a:rPr>
              <a:t>médicas</a:t>
            </a:r>
            <a:r>
              <a:rPr lang="pt-BR" sz="1200">
                <a:latin typeface="Verdana Pro"/>
              </a:rPr>
              <a:t>).</a:t>
            </a:r>
            <a:endParaRPr lang="pt-BR" sz="1200" dirty="0">
              <a:latin typeface="Verdana Pro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C6B13B6-0B29-5AB8-FB0D-3C9F58BE17D0}"/>
              </a:ext>
            </a:extLst>
          </p:cNvPr>
          <p:cNvSpPr txBox="1"/>
          <p:nvPr/>
        </p:nvSpPr>
        <p:spPr>
          <a:xfrm>
            <a:off x="331158" y="5989396"/>
            <a:ext cx="316582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1200" b="1">
                <a:solidFill>
                  <a:srgbClr val="FFFFFF"/>
                </a:solidFill>
              </a:rPr>
              <a:t>2026 - Eduardo Toshio Yonamine – 9 IADT</a:t>
            </a:r>
            <a:endParaRPr lang="pt-BR" sz="1200" b="1" dirty="0">
              <a:solidFill>
                <a:srgbClr val="FFFFFF"/>
              </a:solidFill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11AB933-F97B-C477-F876-9A53FC1C4DB2}"/>
              </a:ext>
            </a:extLst>
          </p:cNvPr>
          <p:cNvSpPr txBox="1"/>
          <p:nvPr/>
        </p:nvSpPr>
        <p:spPr>
          <a:xfrm>
            <a:off x="348521" y="625171"/>
            <a:ext cx="3170997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1400" b="1" cap="all">
                <a:solidFill>
                  <a:srgbClr val="FFFFFF"/>
                </a:solidFill>
              </a:rPr>
              <a:t>FIAP – POSTECH - IA PARA DEVS</a:t>
            </a:r>
            <a:br>
              <a:rPr lang="pt-BR" cap="all" dirty="0">
                <a:solidFill>
                  <a:srgbClr val="FFFFFF"/>
                </a:solidFill>
              </a:rPr>
            </a:br>
            <a:endParaRPr lang="pt-BR" cap="all">
              <a:solidFill>
                <a:srgbClr val="FFFFFF"/>
              </a:solidFill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3C18995-DF2A-FF18-98D1-9A5BFEDBE01F}"/>
              </a:ext>
            </a:extLst>
          </p:cNvPr>
          <p:cNvSpPr txBox="1"/>
          <p:nvPr/>
        </p:nvSpPr>
        <p:spPr>
          <a:xfrm>
            <a:off x="3670272" y="485344"/>
            <a:ext cx="5347362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1600" b="1" i="1" cap="all" dirty="0"/>
              <a:t>Apresentação - Tech </a:t>
            </a:r>
            <a:r>
              <a:rPr lang="pt-BR" sz="1600" b="1" i="1" cap="all" dirty="0" err="1"/>
              <a:t>challenge</a:t>
            </a:r>
            <a:endParaRPr lang="pt-BR" sz="1600" b="1" i="1" cap="all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373F125-DEF3-41D6-9918-AB21A2ACC3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E9F226-EB6E-48C9-ADDA-636DE4BF4E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935" y="485678"/>
            <a:ext cx="3131058" cy="588877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9208034-ACFC-73C7-3C10-6B07ABCEA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367" y="1113764"/>
            <a:ext cx="2590355" cy="4624327"/>
          </a:xfrm>
        </p:spPr>
        <p:txBody>
          <a:bodyPr anchor="ctr">
            <a:normAutofit/>
          </a:bodyPr>
          <a:lstStyle/>
          <a:p>
            <a:r>
              <a:rPr lang="pt-BR" sz="2000"/>
              <a:t>Tema</a:t>
            </a:r>
            <a:br>
              <a:rPr lang="pt-BR" sz="2000" dirty="0"/>
            </a:br>
            <a:r>
              <a:rPr lang="pt-BR" sz="2000"/>
              <a:t>do </a:t>
            </a:r>
            <a:br>
              <a:rPr lang="pt-BR" sz="2000" dirty="0"/>
            </a:br>
            <a:r>
              <a:rPr lang="pt-BR" sz="2000" dirty="0"/>
              <a:t>modelo</a:t>
            </a:r>
            <a:br>
              <a:rPr lang="pt-BR" sz="2000" dirty="0"/>
            </a:br>
            <a:br>
              <a:rPr lang="pt-BR" sz="2000" dirty="0"/>
            </a:br>
            <a:endParaRPr lang="pt-BR" sz="2000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642F455-878B-0819-4235-90B3E47A64B9}"/>
              </a:ext>
            </a:extLst>
          </p:cNvPr>
          <p:cNvSpPr txBox="1"/>
          <p:nvPr/>
        </p:nvSpPr>
        <p:spPr>
          <a:xfrm>
            <a:off x="348521" y="625171"/>
            <a:ext cx="3170997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1400" b="1" cap="all">
                <a:solidFill>
                  <a:srgbClr val="FFFFFF"/>
                </a:solidFill>
              </a:rPr>
              <a:t>FIAP – POSTECH - IA PARA DEVS</a:t>
            </a:r>
            <a:br>
              <a:rPr lang="pt-BR" cap="all" dirty="0">
                <a:solidFill>
                  <a:srgbClr val="FFFFFF"/>
                </a:solidFill>
              </a:rPr>
            </a:br>
            <a:endParaRPr lang="pt-BR" cap="all">
              <a:solidFill>
                <a:srgbClr val="FFFFFF"/>
              </a:solidFill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7A4CCAA-ED4D-7B06-FB87-E65A9DFE73DA}"/>
              </a:ext>
            </a:extLst>
          </p:cNvPr>
          <p:cNvSpPr txBox="1"/>
          <p:nvPr/>
        </p:nvSpPr>
        <p:spPr>
          <a:xfrm>
            <a:off x="331158" y="5989396"/>
            <a:ext cx="316582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1200" b="1">
                <a:solidFill>
                  <a:srgbClr val="FFFFFF"/>
                </a:solidFill>
              </a:rPr>
              <a:t>2026 - Eduardo Toshio Yonamine – 9 IADT</a:t>
            </a:r>
            <a:endParaRPr lang="pt-BR" sz="1200" b="1" dirty="0">
              <a:solidFill>
                <a:srgbClr val="FFFFFF"/>
              </a:solidFill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D0BC8AA-3CD1-D628-3D70-E3EC452D5EC7}"/>
              </a:ext>
            </a:extLst>
          </p:cNvPr>
          <p:cNvSpPr txBox="1"/>
          <p:nvPr/>
        </p:nvSpPr>
        <p:spPr>
          <a:xfrm>
            <a:off x="3670272" y="485344"/>
            <a:ext cx="5347362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1600" b="1" i="1" cap="all" dirty="0"/>
              <a:t>Desafios e </a:t>
            </a:r>
            <a:r>
              <a:rPr lang="pt-BR" sz="1600" b="1" i="1" cap="all"/>
              <a:t>características</a:t>
            </a:r>
            <a:endParaRPr lang="pt-BR" sz="1600" b="1" i="1" cap="all" dirty="0"/>
          </a:p>
        </p:txBody>
      </p:sp>
      <p:sp>
        <p:nvSpPr>
          <p:cNvPr id="11" name="CaixaDeTexto 39">
            <a:extLst>
              <a:ext uri="{FF2B5EF4-FFF2-40B4-BE49-F238E27FC236}">
                <a16:creationId xmlns:a16="http://schemas.microsoft.com/office/drawing/2014/main" id="{0DDCF431-1AC4-AA38-A371-129C12C55189}"/>
              </a:ext>
            </a:extLst>
          </p:cNvPr>
          <p:cNvSpPr txBox="1"/>
          <p:nvPr/>
        </p:nvSpPr>
        <p:spPr>
          <a:xfrm>
            <a:off x="3670786" y="883710"/>
            <a:ext cx="5347980" cy="5232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>
                <a:ea typeface="+mn-lt"/>
                <a:cs typeface="+mn-lt"/>
              </a:rPr>
              <a:t>Construção de um </a:t>
            </a:r>
            <a:r>
              <a:rPr lang="pt-BR" sz="1400" b="1">
                <a:ea typeface="+mn-lt"/>
                <a:cs typeface="+mn-lt"/>
              </a:rPr>
              <a:t>sistema inteligente de apoio à triagem de mulheres vítimas de violência sexual</a:t>
            </a:r>
            <a:endParaRPr lang="pt-BR" sz="1400" b="1" dirty="0"/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D5DD4FF-2F01-B0C2-FF78-C15526E218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0258135"/>
              </p:ext>
            </p:extLst>
          </p:nvPr>
        </p:nvGraphicFramePr>
        <p:xfrm>
          <a:off x="3667328" y="1712068"/>
          <a:ext cx="5111885" cy="46595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32990221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Apresentação na tela (4:3)</PresentationFormat>
  <Paragraphs>0</Paragraphs>
  <Slides>3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4" baseType="lpstr">
      <vt:lpstr>Dividend</vt:lpstr>
      <vt:lpstr>agenda</vt:lpstr>
      <vt:lpstr>  Tech Challenge  Fase 1</vt:lpstr>
      <vt:lpstr>Tema do  modelo 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614</cp:revision>
  <dcterms:created xsi:type="dcterms:W3CDTF">2013-01-27T09:14:16Z</dcterms:created>
  <dcterms:modified xsi:type="dcterms:W3CDTF">2026-05-13T01:52:16Z</dcterms:modified>
  <cp:category/>
</cp:coreProperties>
</file>